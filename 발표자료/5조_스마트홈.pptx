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77" r:id="rId8"/>
    <p:sldId id="270" r:id="rId9"/>
    <p:sldId id="280" r:id="rId10"/>
    <p:sldId id="282" r:id="rId11"/>
    <p:sldId id="274" r:id="rId12"/>
    <p:sldId id="281" r:id="rId13"/>
    <p:sldId id="275" r:id="rId14"/>
    <p:sldId id="272" r:id="rId15"/>
  </p:sldIdLst>
  <p:sldSz cx="18288000" cy="10287000"/>
  <p:notesSz cx="6858000" cy="9144000"/>
  <p:embeddedFontLst>
    <p:embeddedFont>
      <p:font typeface="210 국민체조" panose="020B0600000101010101" charset="-127"/>
      <p:regular r:id="rId17"/>
    </p:embeddedFont>
    <p:embeddedFont>
      <p:font typeface="Germania One" panose="020B0604020202020204" charset="0"/>
      <p:regular r:id="rId18"/>
    </p:embeddedFont>
    <p:embeddedFont>
      <p:font typeface="맑은 고딕" panose="020B0503020000020004" pitchFamily="50" charset="-127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308" autoAdjust="0"/>
  </p:normalViewPr>
  <p:slideViewPr>
    <p:cSldViewPr>
      <p:cViewPr>
        <p:scale>
          <a:sx n="66" d="100"/>
          <a:sy n="66" d="100"/>
        </p:scale>
        <p:origin x="-1014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07A56-F47D-4D53-BE67-D4ACFCFC254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BE138-5484-4831-9584-90D935D682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961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023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4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91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873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571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FC8930E-D0AF-6E72-0EE3-D78C6E9A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FEAA873C-6714-C6E8-600E-9A1A0DB25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4CF8C286-BEF2-AFF4-DCFA-0446905CE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27065E42-A9A9-B398-AEBC-E1B1D0ADC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416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85E8A7-0E1D-FCA3-9BDC-E0373DF5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EADD1652-D88A-50D3-4ADC-88AD0B59E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65EF4375-BF10-0E8D-4A44-8EF86C335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049E7454-0330-A0A2-768E-73646B975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857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09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85E8A7-0E1D-FCA3-9BDC-E0373DF5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EADD1652-D88A-50D3-4ADC-88AD0B59E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65EF4375-BF10-0E8D-4A44-8EF86C335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049E7454-0330-A0A2-768E-73646B975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803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1BA96B-B334-0DD4-5C7A-FB7C7711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DBF0858E-1ED5-8B4F-0F15-94C37C43E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53397EDC-5566-0FD2-49ED-74F1B0EBC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E814D27E-0E12-490B-1DAC-1723D72E4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987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1BA96B-B334-0DD4-5C7A-FB7C7711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DBF0858E-1ED5-8B4F-0F15-94C37C43E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53397EDC-5566-0FD2-49ED-74F1B0EBC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E814D27E-0E12-490B-1DAC-1723D72E4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151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06F71F-C729-1B64-6AEF-BAFD389A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32ECD860-6B97-52BB-1ED3-0C13CC092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BA1BCB40-6E94-D76F-C278-A7E734430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272C79DF-9664-4712-AE82-8468C0E7D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8013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DDC69D4-88C2-22D4-201A-B346A74FA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6FC00282-F214-32AB-C1A5-7F52DB87B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BCDD236D-5C3C-D265-97DC-E0261722C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A8F1BD49-9558-55FA-039B-0662E4FE3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BE138-5484-4831-9584-90D935D682C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495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2.sv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21.png"/><Relationship Id="rId18" Type="http://schemas.openxmlformats.org/officeDocument/2006/relationships/image" Target="../media/image24.jpg"/><Relationship Id="rId3" Type="http://schemas.openxmlformats.org/officeDocument/2006/relationships/image" Target="../media/image1.png"/><Relationship Id="rId21" Type="http://schemas.openxmlformats.org/officeDocument/2006/relationships/image" Target="../media/image27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17" Type="http://schemas.openxmlformats.org/officeDocument/2006/relationships/image" Target="../media/image23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2.jpe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3.png"/><Relationship Id="rId24" Type="http://schemas.openxmlformats.org/officeDocument/2006/relationships/image" Target="../media/image30.png"/><Relationship Id="rId5" Type="http://schemas.openxmlformats.org/officeDocument/2006/relationships/image" Target="../media/image17.png"/><Relationship Id="rId15" Type="http://schemas.openxmlformats.org/officeDocument/2006/relationships/image" Target="../media/image15.png"/><Relationship Id="rId23" Type="http://schemas.openxmlformats.org/officeDocument/2006/relationships/image" Target="../media/image29.jpeg"/><Relationship Id="rId10" Type="http://schemas.openxmlformats.org/officeDocument/2006/relationships/image" Target="../media/image15.svg"/><Relationship Id="rId19" Type="http://schemas.openxmlformats.org/officeDocument/2006/relationships/image" Target="../media/image25.jpeg"/><Relationship Id="rId4" Type="http://schemas.openxmlformats.org/officeDocument/2006/relationships/image" Target="../media/image2.svg"/><Relationship Id="rId9" Type="http://schemas.openxmlformats.org/officeDocument/2006/relationships/image" Target="../media/image19.png"/><Relationship Id="rId14" Type="http://schemas.openxmlformats.org/officeDocument/2006/relationships/image" Target="../media/image14.png"/><Relationship Id="rId22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7701" y="-94140"/>
            <a:ext cx="20715765" cy="10381140"/>
            <a:chOff x="0" y="0"/>
            <a:chExt cx="27621019" cy="13841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1994" y="828772"/>
            <a:ext cx="16435806" cy="8766225"/>
            <a:chOff x="0" y="0"/>
            <a:chExt cx="21914407" cy="11688300"/>
          </a:xfrm>
        </p:grpSpPr>
        <p:grpSp>
          <p:nvGrpSpPr>
            <p:cNvPr id="12" name="Group 12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21" name="Freeform 21"/>
          <p:cNvSpPr/>
          <p:nvPr/>
        </p:nvSpPr>
        <p:spPr>
          <a:xfrm>
            <a:off x="15218139" y="7514955"/>
            <a:ext cx="1424607" cy="1372803"/>
          </a:xfrm>
          <a:custGeom>
            <a:avLst/>
            <a:gdLst/>
            <a:ahLst/>
            <a:cxnLst/>
            <a:rect l="l" t="t" r="r" b="b"/>
            <a:pathLst>
              <a:path w="1424607" h="1372803">
                <a:moveTo>
                  <a:pt x="0" y="0"/>
                </a:moveTo>
                <a:lnTo>
                  <a:pt x="1424606" y="0"/>
                </a:lnTo>
                <a:lnTo>
                  <a:pt x="1424606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3309249" y="3988617"/>
            <a:ext cx="11669502" cy="165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ko-KR" altLang="en-US" sz="12000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스마트 홈</a:t>
            </a:r>
            <a:endParaRPr lang="en-US" sz="12000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660123" y="5364605"/>
            <a:ext cx="10967753" cy="1192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54"/>
              </a:lnSpc>
            </a:pPr>
            <a:r>
              <a:rPr lang="ko-KR" altLang="en-US" sz="6000" b="1" spc="179" dirty="0">
                <a:solidFill>
                  <a:srgbClr val="BEC3DB"/>
                </a:solidFill>
                <a:latin typeface="210 국민체조" panose="020B0600000101010101" charset="-127"/>
                <a:ea typeface="210 국민체조" panose="020B0600000101010101" charset="-127"/>
                <a:cs typeface="Arita Buri Bold Italics"/>
                <a:sym typeface="Arita Buri Bold Italics"/>
              </a:rPr>
              <a:t>스마트 냉난방</a:t>
            </a:r>
            <a:endParaRPr lang="en-US" sz="6000" b="1" spc="179" dirty="0">
              <a:solidFill>
                <a:srgbClr val="BEC3DB"/>
              </a:solidFill>
              <a:latin typeface="210 국민체조" panose="020B0600000101010101" charset="-127"/>
              <a:ea typeface="210 국민체조" panose="020B0600000101010101" charset="-127"/>
              <a:cs typeface="Arita Buri Bold Italics"/>
              <a:sym typeface="Arita Buri Bold Italics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26" name="Group 26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50" name="AutoShape 50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AutoShape 52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xmlns="" id="{04EE4452-FCF0-3455-4ABF-394DC8129B61}"/>
              </a:ext>
            </a:extLst>
          </p:cNvPr>
          <p:cNvGrpSpPr/>
          <p:nvPr/>
        </p:nvGrpSpPr>
        <p:grpSpPr>
          <a:xfrm>
            <a:off x="6742334" y="7627376"/>
            <a:ext cx="4858016" cy="351245"/>
            <a:chOff x="6703436" y="6827501"/>
            <a:chExt cx="4858016" cy="351245"/>
          </a:xfrm>
        </p:grpSpPr>
        <p:sp>
          <p:nvSpPr>
            <p:cNvPr id="23" name="TextBox 23"/>
            <p:cNvSpPr txBox="1"/>
            <p:nvPr/>
          </p:nvSpPr>
          <p:spPr>
            <a:xfrm>
              <a:off x="6703436" y="6827501"/>
              <a:ext cx="840364" cy="3392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ko-KR" altLang="en-US" sz="2000" spc="-42" dirty="0">
                  <a:solidFill>
                    <a:srgbClr val="343D63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오정선</a:t>
              </a:r>
              <a:endParaRPr lang="en-US" sz="2000" spc="-42" dirty="0">
                <a:solidFill>
                  <a:srgbClr val="343D63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  <p:sp>
          <p:nvSpPr>
            <p:cNvPr id="74" name="TextBox 23">
              <a:extLst>
                <a:ext uri="{FF2B5EF4-FFF2-40B4-BE49-F238E27FC236}">
                  <a16:creationId xmlns:a16="http://schemas.microsoft.com/office/drawing/2014/main" xmlns="" id="{CC639EE6-8DAB-4DB3-0BB5-BC3D7DB6922D}"/>
                </a:ext>
              </a:extLst>
            </p:cNvPr>
            <p:cNvSpPr txBox="1"/>
            <p:nvPr/>
          </p:nvSpPr>
          <p:spPr>
            <a:xfrm>
              <a:off x="8727927" y="6827501"/>
              <a:ext cx="840364" cy="3392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altLang="ko-KR" sz="2000" spc="-42" dirty="0">
                  <a:solidFill>
                    <a:srgbClr val="343D63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|</a:t>
              </a:r>
              <a:endParaRPr lang="en-US" sz="2000" spc="-42" dirty="0">
                <a:solidFill>
                  <a:srgbClr val="343D63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  <p:sp>
          <p:nvSpPr>
            <p:cNvPr id="75" name="TextBox 23">
              <a:extLst>
                <a:ext uri="{FF2B5EF4-FFF2-40B4-BE49-F238E27FC236}">
                  <a16:creationId xmlns:a16="http://schemas.microsoft.com/office/drawing/2014/main" xmlns="" id="{99C6B48F-B111-37D9-5409-D96BD7ADD521}"/>
                </a:ext>
              </a:extLst>
            </p:cNvPr>
            <p:cNvSpPr txBox="1"/>
            <p:nvPr/>
          </p:nvSpPr>
          <p:spPr>
            <a:xfrm>
              <a:off x="10721088" y="6839486"/>
              <a:ext cx="840364" cy="3392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ko-KR" altLang="en-US" sz="2000" spc="-42" dirty="0" err="1">
                  <a:solidFill>
                    <a:srgbClr val="343D63"/>
                  </a:solidFill>
                  <a:latin typeface="TDTD순고딕"/>
                  <a:ea typeface="TDTD순고딕"/>
                  <a:cs typeface="TDTD순고딕"/>
                  <a:sym typeface="TDTD순고딕"/>
                </a:rPr>
                <a:t>이환중</a:t>
              </a:r>
              <a:endParaRPr lang="en-US" sz="2000" spc="-42" dirty="0">
                <a:solidFill>
                  <a:srgbClr val="343D63"/>
                </a:solidFill>
                <a:latin typeface="TDTD순고딕"/>
                <a:ea typeface="TDTD순고딕"/>
                <a:cs typeface="TDTD순고딕"/>
                <a:sym typeface="TDTD순고딕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7701" y="-38100"/>
            <a:ext cx="20715765" cy="10381140"/>
            <a:chOff x="0" y="0"/>
            <a:chExt cx="27621019" cy="13841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12" name="Group 12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2148836" y="865595"/>
            <a:ext cx="2724893" cy="2147387"/>
            <a:chOff x="0" y="0"/>
            <a:chExt cx="717667" cy="5655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7667" cy="565567"/>
            </a:xfrm>
            <a:custGeom>
              <a:avLst/>
              <a:gdLst/>
              <a:ahLst/>
              <a:cxnLst/>
              <a:rect l="l" t="t" r="r" b="b"/>
              <a:pathLst>
                <a:path w="717667" h="565567">
                  <a:moveTo>
                    <a:pt x="0" y="0"/>
                  </a:moveTo>
                  <a:lnTo>
                    <a:pt x="717667" y="0"/>
                  </a:lnTo>
                  <a:lnTo>
                    <a:pt x="717667" y="565567"/>
                  </a:lnTo>
                  <a:lnTo>
                    <a:pt x="0" y="565567"/>
                  </a:lnTo>
                  <a:close/>
                </a:path>
              </a:pathLst>
            </a:custGeom>
            <a:solidFill>
              <a:srgbClr val="F2F5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17667" cy="613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387435" y="1302701"/>
            <a:ext cx="2247696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목차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45885" y="3411166"/>
            <a:ext cx="4325134" cy="519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4000" dirty="0" err="1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프로젝트</a:t>
            </a:r>
            <a:r>
              <a:rPr lang="en-US" sz="4000" dirty="0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 </a:t>
            </a:r>
            <a:r>
              <a:rPr lang="en-US" sz="4000" dirty="0" err="1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개요</a:t>
            </a:r>
            <a:endParaRPr lang="en-US" sz="4000" dirty="0">
              <a:solidFill>
                <a:srgbClr val="343D63"/>
              </a:solidFill>
              <a:latin typeface="210 국민체조" panose="020B0600000101010101" charset="-127"/>
              <a:ea typeface="210 국민체조" panose="020B0600000101010101" charset="-127"/>
              <a:cs typeface="TDTD순고딕"/>
              <a:sym typeface="TDTD순고딕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845885" y="7342486"/>
            <a:ext cx="4325134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ko-KR" altLang="en-US" sz="4000" dirty="0" smtClean="0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고찰</a:t>
            </a:r>
            <a:endParaRPr lang="en-US" sz="4000" dirty="0">
              <a:solidFill>
                <a:srgbClr val="343D63"/>
              </a:solidFill>
              <a:latin typeface="210 국민체조" panose="020B0600000101010101" charset="-127"/>
              <a:ea typeface="210 국민체조" panose="020B0600000101010101" charset="-127"/>
              <a:cs typeface="TDTD순고딕"/>
              <a:sym typeface="TDTD순고딕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845885" y="4207558"/>
            <a:ext cx="4325134" cy="519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4000" dirty="0" err="1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프로젝트</a:t>
            </a:r>
            <a:r>
              <a:rPr lang="en-US" sz="4000" dirty="0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 </a:t>
            </a:r>
            <a:r>
              <a:rPr lang="en-US" sz="4000" dirty="0" err="1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목표</a:t>
            </a:r>
            <a:endParaRPr lang="en-US" sz="4000" dirty="0">
              <a:solidFill>
                <a:srgbClr val="343D63"/>
              </a:solidFill>
              <a:latin typeface="210 국민체조" panose="020B0600000101010101" charset="-127"/>
              <a:ea typeface="210 국민체조" panose="020B0600000101010101" charset="-127"/>
              <a:cs typeface="TDTD순고딕"/>
              <a:sym typeface="TDTD순고딕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845885" y="5003950"/>
            <a:ext cx="4325134" cy="519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ko-KR" altLang="en-US" sz="4000" dirty="0" smtClean="0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구성도</a:t>
            </a:r>
            <a:endParaRPr lang="en-US" sz="4000" dirty="0">
              <a:solidFill>
                <a:srgbClr val="343D63"/>
              </a:solidFill>
              <a:latin typeface="210 국민체조" panose="020B0600000101010101" charset="-127"/>
              <a:ea typeface="210 국민체조" panose="020B0600000101010101" charset="-127"/>
              <a:cs typeface="TDTD순고딕"/>
              <a:sym typeface="TDTD순고딕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845885" y="6546094"/>
            <a:ext cx="4325134" cy="519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ko-KR" altLang="en-US" sz="4000" dirty="0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시연 영상</a:t>
            </a:r>
            <a:endParaRPr lang="en-US" sz="4000" dirty="0">
              <a:solidFill>
                <a:srgbClr val="343D63"/>
              </a:solidFill>
              <a:latin typeface="210 국민체조" panose="020B0600000101010101" charset="-127"/>
              <a:ea typeface="210 국민체조" panose="020B0600000101010101" charset="-127"/>
              <a:cs typeface="TDTD순고딕"/>
              <a:sym typeface="TDTD순고딕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870942" y="3371850"/>
            <a:ext cx="731752" cy="519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4000" dirty="0">
                <a:solidFill>
                  <a:srgbClr val="9BA0BB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01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70942" y="4148688"/>
            <a:ext cx="731752" cy="519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4000" dirty="0">
                <a:solidFill>
                  <a:srgbClr val="9BA0BB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02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70942" y="5783804"/>
            <a:ext cx="731752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4000" dirty="0" smtClean="0">
                <a:solidFill>
                  <a:srgbClr val="9BA0BB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04</a:t>
            </a:r>
            <a:endParaRPr lang="en-US" sz="4000" dirty="0">
              <a:solidFill>
                <a:srgbClr val="9BA0BB"/>
              </a:solidFill>
              <a:latin typeface="210 국민체조" panose="020B0600000101010101" charset="-127"/>
              <a:ea typeface="210 국민체조" panose="020B0600000101010101" charset="-127"/>
              <a:cs typeface="TDTD순고딕"/>
              <a:sym typeface="TDTD순고딕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870942" y="6566517"/>
            <a:ext cx="731752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4000" dirty="0" smtClean="0">
                <a:solidFill>
                  <a:srgbClr val="9BA0BB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05</a:t>
            </a:r>
            <a:endParaRPr lang="en-US" sz="4000" dirty="0">
              <a:solidFill>
                <a:srgbClr val="9BA0BB"/>
              </a:solidFill>
              <a:latin typeface="210 국민체조" panose="020B0600000101010101" charset="-127"/>
              <a:ea typeface="210 국민체조" panose="020B0600000101010101" charset="-127"/>
              <a:cs typeface="TDTD순고딕"/>
              <a:sym typeface="TDTD순고딕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6870942" y="7330182"/>
            <a:ext cx="731752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4000" dirty="0" smtClean="0">
                <a:solidFill>
                  <a:srgbClr val="9BA0BB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06</a:t>
            </a:r>
            <a:endParaRPr lang="en-US" sz="4000" dirty="0">
              <a:solidFill>
                <a:srgbClr val="9BA0BB"/>
              </a:solidFill>
              <a:latin typeface="210 국민체조" panose="020B0600000101010101" charset="-127"/>
              <a:ea typeface="210 국민체조" panose="020B0600000101010101" charset="-127"/>
              <a:cs typeface="TDTD순고딕"/>
              <a:sym typeface="TDTD순고딕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46" name="Group 46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70" name="AutoShape 70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AutoShape 71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AutoShape 72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97" name="TextBox 27"/>
          <p:cNvSpPr txBox="1"/>
          <p:nvPr/>
        </p:nvSpPr>
        <p:spPr>
          <a:xfrm>
            <a:off x="7845885" y="5800342"/>
            <a:ext cx="4325134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ko-KR" altLang="en-US" sz="4000" dirty="0" smtClean="0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흐름도</a:t>
            </a:r>
            <a:endParaRPr lang="en-US" sz="4000" dirty="0">
              <a:solidFill>
                <a:srgbClr val="343D63"/>
              </a:solidFill>
              <a:latin typeface="210 국민체조" panose="020B0600000101010101" charset="-127"/>
              <a:ea typeface="210 국민체조" panose="020B0600000101010101" charset="-127"/>
              <a:cs typeface="TDTD순고딕"/>
              <a:sym typeface="TDTD순고딕"/>
            </a:endParaRPr>
          </a:p>
        </p:txBody>
      </p:sp>
      <p:sp>
        <p:nvSpPr>
          <p:cNvPr id="98" name="TextBox 36"/>
          <p:cNvSpPr txBox="1"/>
          <p:nvPr/>
        </p:nvSpPr>
        <p:spPr>
          <a:xfrm>
            <a:off x="6870942" y="4982041"/>
            <a:ext cx="731752" cy="46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4000" dirty="0" smtClean="0">
                <a:solidFill>
                  <a:srgbClr val="9BA0BB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rPr>
              <a:t>03</a:t>
            </a:r>
            <a:endParaRPr lang="en-US" sz="4000" dirty="0">
              <a:solidFill>
                <a:srgbClr val="9BA0BB"/>
              </a:solidFill>
              <a:latin typeface="210 국민체조" panose="020B0600000101010101" charset="-127"/>
              <a:ea typeface="210 국민체조" panose="020B0600000101010101" charset="-127"/>
              <a:cs typeface="TDTD순고딕"/>
              <a:sym typeface="TDTD순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7701" y="-94140"/>
            <a:ext cx="20715765" cy="10381139"/>
            <a:chOff x="0" y="0"/>
            <a:chExt cx="27621019" cy="1384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2690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12" name="Group 12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8886681" y="7481029"/>
            <a:ext cx="1431205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예산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43131" y="14965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580416" y="1414049"/>
            <a:ext cx="611027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 개요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49" name="Group 49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73" name="AutoShape 73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AutoShape 74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AutoShape 75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pic>
        <p:nvPicPr>
          <p:cNvPr id="98" name="그림 97" descr="나무, 야외, 식물, 청바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39DE9D46-1062-1BF3-4765-96AC6C5027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989" y="2933752"/>
            <a:ext cx="7086467" cy="5662225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xmlns="" id="{1197F78A-96A0-AD6D-D887-06AA61407C77}"/>
              </a:ext>
            </a:extLst>
          </p:cNvPr>
          <p:cNvGrpSpPr/>
          <p:nvPr/>
        </p:nvGrpSpPr>
        <p:grpSpPr>
          <a:xfrm>
            <a:off x="9721965" y="3199410"/>
            <a:ext cx="7072323" cy="5420766"/>
            <a:chOff x="9721965" y="3199410"/>
            <a:chExt cx="7072323" cy="5420766"/>
          </a:xfrm>
        </p:grpSpPr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xmlns="" id="{E7A9F64E-A206-C188-0820-DBFFF5163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53356" y="3199410"/>
              <a:ext cx="6809539" cy="639822"/>
            </a:xfrm>
            <a:prstGeom prst="rect">
              <a:avLst/>
            </a:prstGeom>
          </p:spPr>
        </p:pic>
        <p:pic>
          <p:nvPicPr>
            <p:cNvPr id="102" name="그림 101" descr="야외, 사람, 의류, 안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xmlns="" id="{3C275F7D-46AF-0DA4-B0E0-3EA81830D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1965" y="3844358"/>
              <a:ext cx="7072323" cy="47758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4306E0E-8EF6-D2AE-6349-A13A8A96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46BD8A5B-D514-37EC-89A8-B443FD30434A}"/>
              </a:ext>
            </a:extLst>
          </p:cNvPr>
          <p:cNvGrpSpPr/>
          <p:nvPr/>
        </p:nvGrpSpPr>
        <p:grpSpPr>
          <a:xfrm>
            <a:off x="-1147701" y="-94140"/>
            <a:ext cx="20715765" cy="10381139"/>
            <a:chOff x="0" y="0"/>
            <a:chExt cx="27621019" cy="138415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5BA3FDA2-1334-805B-398D-9787EC8C6587}"/>
                </a:ext>
              </a:extLst>
            </p:cNvPr>
            <p:cNvSpPr/>
            <p:nvPr/>
          </p:nvSpPr>
          <p:spPr>
            <a:xfrm>
              <a:off x="0" y="0"/>
              <a:ext cx="7152690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F1C4C759-26F3-57C5-1B15-B4256ABD3373}"/>
                </a:ext>
              </a:extLst>
            </p:cNvPr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xmlns="" id="{1222E48A-00CD-DA75-6456-F3FD4233B444}"/>
                </a:ext>
              </a:extLst>
            </p:cNvPr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F8C2FFC8-A126-A081-10EA-962AA81E1CB1}"/>
                </a:ext>
              </a:extLst>
            </p:cNvPr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8BB15DDE-1F48-6676-F534-D79E15397EAA}"/>
                </a:ext>
              </a:extLst>
            </p:cNvPr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938FA97D-3E5A-748D-A2AE-DD857E9596F6}"/>
                </a:ext>
              </a:extLst>
            </p:cNvPr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B147C007-6717-2B70-9F3F-347D00A44FAC}"/>
                </a:ext>
              </a:extLst>
            </p:cNvPr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A6E3FF83-09B5-703A-C26E-26CFFE5096BF}"/>
                </a:ext>
              </a:extLst>
            </p:cNvPr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F7E73812-84A9-C362-5D74-A95F64E1395C}"/>
              </a:ext>
            </a:extLst>
          </p:cNvPr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xmlns="" id="{066202E8-3F6B-2E3C-B4E4-60E1CD67B904}"/>
                </a:ext>
              </a:extLst>
            </p:cNvPr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xmlns="" id="{138DA381-9DE1-DA57-27DF-0C30E60F4FF4}"/>
                  </a:ext>
                </a:extLst>
              </p:cNvPr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xmlns="" id="{099E53EB-8F38-26AB-C0E3-13276A57FBB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xmlns="" id="{D715BD45-C0AC-F091-D850-A82E6B7DA440}"/>
                </a:ext>
              </a:extLst>
            </p:cNvPr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xmlns="" id="{2D448562-DA5F-89D6-648E-6CA0E0705EAB}"/>
                  </a:ext>
                </a:extLst>
              </p:cNvPr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xmlns="" id="{2AF32FE5-4D5A-770D-273D-14D414A5DCA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xmlns="" id="{DE5AA4D3-DCDF-A3BE-E011-89131492EB78}"/>
                </a:ext>
              </a:extLst>
            </p:cNvPr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xmlns="" id="{79AF0EAE-8675-59BE-EF7F-5E61C2874F95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xmlns="" id="{BB1755F0-51BA-75CC-E2D4-3812A9D2C39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39" name="TextBox 39">
            <a:extLst>
              <a:ext uri="{FF2B5EF4-FFF2-40B4-BE49-F238E27FC236}">
                <a16:creationId xmlns:a16="http://schemas.microsoft.com/office/drawing/2014/main" xmlns="" id="{493CD03C-5CBC-81DC-D463-7933133F7AA3}"/>
              </a:ext>
            </a:extLst>
          </p:cNvPr>
          <p:cNvSpPr txBox="1"/>
          <p:nvPr/>
        </p:nvSpPr>
        <p:spPr>
          <a:xfrm>
            <a:off x="8886681" y="7481029"/>
            <a:ext cx="1431205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예산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xmlns="" id="{E28410F2-418A-96D0-D91F-2D0D58FF1165}"/>
              </a:ext>
            </a:extLst>
          </p:cNvPr>
          <p:cNvSpPr txBox="1"/>
          <p:nvPr/>
        </p:nvSpPr>
        <p:spPr>
          <a:xfrm>
            <a:off x="1243131" y="14965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01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xmlns="" id="{638976E1-CC9E-F845-1765-E932797CA31C}"/>
              </a:ext>
            </a:extLst>
          </p:cNvPr>
          <p:cNvSpPr txBox="1"/>
          <p:nvPr/>
        </p:nvSpPr>
        <p:spPr>
          <a:xfrm>
            <a:off x="2580416" y="1414049"/>
            <a:ext cx="611027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</a:t>
            </a:r>
            <a:r>
              <a:rPr lang="en-US" sz="69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6999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개요</a:t>
            </a:r>
            <a:endParaRPr lang="en-US" sz="6999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48" name="Group 48">
            <a:extLst>
              <a:ext uri="{FF2B5EF4-FFF2-40B4-BE49-F238E27FC236}">
                <a16:creationId xmlns:a16="http://schemas.microsoft.com/office/drawing/2014/main" xmlns="" id="{E5022E4F-5AF2-0BDA-910D-AA42074D6968}"/>
              </a:ext>
            </a:extLst>
          </p:cNvPr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xmlns="" id="{B54A01BC-094D-E4CF-170F-3A32CB59BA8A}"/>
                </a:ext>
              </a:extLst>
            </p:cNvPr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xmlns="" id="{ABD5F669-DC3E-AC29-61B9-07543F8B6D60}"/>
                  </a:ext>
                </a:extLst>
              </p:cNvPr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TextBox 51">
                <a:extLst>
                  <a:ext uri="{FF2B5EF4-FFF2-40B4-BE49-F238E27FC236}">
                    <a16:creationId xmlns:a16="http://schemas.microsoft.com/office/drawing/2014/main" xmlns="" id="{341E5375-AB95-4DF6-C5FD-3D5FA154117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2" name="Group 52">
              <a:extLst>
                <a:ext uri="{FF2B5EF4-FFF2-40B4-BE49-F238E27FC236}">
                  <a16:creationId xmlns:a16="http://schemas.microsoft.com/office/drawing/2014/main" xmlns="" id="{DB501358-7D93-0726-AF36-1AB00AB96472}"/>
                </a:ext>
              </a:extLst>
            </p:cNvPr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xmlns="" id="{5E5D97ED-B682-6DE2-A117-299B0704BFFA}"/>
                  </a:ext>
                </a:extLst>
              </p:cNvPr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Box 54">
                <a:extLst>
                  <a:ext uri="{FF2B5EF4-FFF2-40B4-BE49-F238E27FC236}">
                    <a16:creationId xmlns:a16="http://schemas.microsoft.com/office/drawing/2014/main" xmlns="" id="{0CC187A9-5991-4FD4-E0E5-B33810562E4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5" name="Group 55">
              <a:extLst>
                <a:ext uri="{FF2B5EF4-FFF2-40B4-BE49-F238E27FC236}">
                  <a16:creationId xmlns:a16="http://schemas.microsoft.com/office/drawing/2014/main" xmlns="" id="{8647B37A-943E-449C-AAA5-84CD64DC4BDE}"/>
                </a:ext>
              </a:extLst>
            </p:cNvPr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xmlns="" id="{AF212050-8469-B077-C35B-E6BC44CF9E37}"/>
                  </a:ext>
                </a:extLst>
              </p:cNvPr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" name="TextBox 57">
                <a:extLst>
                  <a:ext uri="{FF2B5EF4-FFF2-40B4-BE49-F238E27FC236}">
                    <a16:creationId xmlns:a16="http://schemas.microsoft.com/office/drawing/2014/main" xmlns="" id="{68AA2805-50FB-00E7-9EEB-D440BB64CA4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xmlns="" id="{1D93FD16-5F12-2CA3-E45F-5F4E4E85A466}"/>
                </a:ext>
              </a:extLst>
            </p:cNvPr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59" name="Freeform 59">
                <a:extLst>
                  <a:ext uri="{FF2B5EF4-FFF2-40B4-BE49-F238E27FC236}">
                    <a16:creationId xmlns:a16="http://schemas.microsoft.com/office/drawing/2014/main" xmlns="" id="{DE5DA020-B49E-2C9C-3808-DE34A4E9564D}"/>
                  </a:ext>
                </a:extLst>
              </p:cNvPr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TextBox 60">
                <a:extLst>
                  <a:ext uri="{FF2B5EF4-FFF2-40B4-BE49-F238E27FC236}">
                    <a16:creationId xmlns:a16="http://schemas.microsoft.com/office/drawing/2014/main" xmlns="" id="{13CB8603-272E-F469-0FEC-F220468DD26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1" name="Group 61">
              <a:extLst>
                <a:ext uri="{FF2B5EF4-FFF2-40B4-BE49-F238E27FC236}">
                  <a16:creationId xmlns:a16="http://schemas.microsoft.com/office/drawing/2014/main" xmlns="" id="{4ACB1A05-4477-4A2B-C0B3-055EC0F105BE}"/>
                </a:ext>
              </a:extLst>
            </p:cNvPr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62" name="Freeform 62">
                <a:extLst>
                  <a:ext uri="{FF2B5EF4-FFF2-40B4-BE49-F238E27FC236}">
                    <a16:creationId xmlns:a16="http://schemas.microsoft.com/office/drawing/2014/main" xmlns="" id="{BAF1312A-EE9E-8EF0-CF29-9D62390B60CA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TextBox 63">
                <a:extLst>
                  <a:ext uri="{FF2B5EF4-FFF2-40B4-BE49-F238E27FC236}">
                    <a16:creationId xmlns:a16="http://schemas.microsoft.com/office/drawing/2014/main" xmlns="" id="{ED7B0975-90DE-2851-011F-BFFCD72A6B0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4" name="Group 64">
              <a:extLst>
                <a:ext uri="{FF2B5EF4-FFF2-40B4-BE49-F238E27FC236}">
                  <a16:creationId xmlns:a16="http://schemas.microsoft.com/office/drawing/2014/main" xmlns="" id="{917C17BB-2048-B8D1-307B-53731B341120}"/>
                </a:ext>
              </a:extLst>
            </p:cNvPr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65" name="Freeform 65">
                <a:extLst>
                  <a:ext uri="{FF2B5EF4-FFF2-40B4-BE49-F238E27FC236}">
                    <a16:creationId xmlns:a16="http://schemas.microsoft.com/office/drawing/2014/main" xmlns="" id="{00464BDC-B85C-B0C8-C678-D06BF0D289C0}"/>
                  </a:ext>
                </a:extLst>
              </p:cNvPr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6" name="TextBox 66">
                <a:extLst>
                  <a:ext uri="{FF2B5EF4-FFF2-40B4-BE49-F238E27FC236}">
                    <a16:creationId xmlns:a16="http://schemas.microsoft.com/office/drawing/2014/main" xmlns="" id="{B59793F9-BBD7-560A-A446-FE339DD6422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7" name="Group 67">
              <a:extLst>
                <a:ext uri="{FF2B5EF4-FFF2-40B4-BE49-F238E27FC236}">
                  <a16:creationId xmlns:a16="http://schemas.microsoft.com/office/drawing/2014/main" xmlns="" id="{6D3E8AAD-2AF4-FBD0-1DD7-25AD65BA946B}"/>
                </a:ext>
              </a:extLst>
            </p:cNvPr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68" name="Freeform 68">
                <a:extLst>
                  <a:ext uri="{FF2B5EF4-FFF2-40B4-BE49-F238E27FC236}">
                    <a16:creationId xmlns:a16="http://schemas.microsoft.com/office/drawing/2014/main" xmlns="" id="{2D34F286-F0A6-786B-336D-BE9C41E672C5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TextBox 69">
                <a:extLst>
                  <a:ext uri="{FF2B5EF4-FFF2-40B4-BE49-F238E27FC236}">
                    <a16:creationId xmlns:a16="http://schemas.microsoft.com/office/drawing/2014/main" xmlns="" id="{979506FE-5ACD-205C-505D-B8EDCDE942D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0" name="Group 70">
              <a:extLst>
                <a:ext uri="{FF2B5EF4-FFF2-40B4-BE49-F238E27FC236}">
                  <a16:creationId xmlns:a16="http://schemas.microsoft.com/office/drawing/2014/main" xmlns="" id="{8CDBA8FF-AEFE-E566-0793-1C9C956746CB}"/>
                </a:ext>
              </a:extLst>
            </p:cNvPr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71" name="Freeform 71">
                <a:extLst>
                  <a:ext uri="{FF2B5EF4-FFF2-40B4-BE49-F238E27FC236}">
                    <a16:creationId xmlns:a16="http://schemas.microsoft.com/office/drawing/2014/main" xmlns="" id="{D7296DCD-54D1-B7CA-4AFD-A5BA2BB7CA44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2" name="TextBox 72">
                <a:extLst>
                  <a:ext uri="{FF2B5EF4-FFF2-40B4-BE49-F238E27FC236}">
                    <a16:creationId xmlns:a16="http://schemas.microsoft.com/office/drawing/2014/main" xmlns="" id="{A632CC51-6915-2247-0C8B-D5AE45223CC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73" name="AutoShape 73">
              <a:extLst>
                <a:ext uri="{FF2B5EF4-FFF2-40B4-BE49-F238E27FC236}">
                  <a16:creationId xmlns:a16="http://schemas.microsoft.com/office/drawing/2014/main" xmlns="" id="{286747E8-8678-0A30-11CA-A6FBA8E68265}"/>
                </a:ext>
              </a:extLst>
            </p:cNvPr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AutoShape 74">
              <a:extLst>
                <a:ext uri="{FF2B5EF4-FFF2-40B4-BE49-F238E27FC236}">
                  <a16:creationId xmlns:a16="http://schemas.microsoft.com/office/drawing/2014/main" xmlns="" id="{113BD03B-CD17-1A16-0F5E-BDF1AED0451E}"/>
                </a:ext>
              </a:extLst>
            </p:cNvPr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AutoShape 75">
              <a:extLst>
                <a:ext uri="{FF2B5EF4-FFF2-40B4-BE49-F238E27FC236}">
                  <a16:creationId xmlns:a16="http://schemas.microsoft.com/office/drawing/2014/main" xmlns="" id="{1D55CB21-9BF0-8678-E17C-488DBDDC407C}"/>
                </a:ext>
              </a:extLst>
            </p:cNvPr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76" name="Group 76">
              <a:extLst>
                <a:ext uri="{FF2B5EF4-FFF2-40B4-BE49-F238E27FC236}">
                  <a16:creationId xmlns:a16="http://schemas.microsoft.com/office/drawing/2014/main" xmlns="" id="{964A9212-6AA0-9F8E-9280-CEC0B761FFC0}"/>
                </a:ext>
              </a:extLst>
            </p:cNvPr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77" name="Freeform 77">
                <a:extLst>
                  <a:ext uri="{FF2B5EF4-FFF2-40B4-BE49-F238E27FC236}">
                    <a16:creationId xmlns:a16="http://schemas.microsoft.com/office/drawing/2014/main" xmlns="" id="{56FA968D-F6EE-800C-2FCA-CED8BE499F7A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8" name="TextBox 78">
                <a:extLst>
                  <a:ext uri="{FF2B5EF4-FFF2-40B4-BE49-F238E27FC236}">
                    <a16:creationId xmlns:a16="http://schemas.microsoft.com/office/drawing/2014/main" xmlns="" id="{C08DD471-57BC-371A-C4A0-AB345A107D3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9" name="Group 79">
              <a:extLst>
                <a:ext uri="{FF2B5EF4-FFF2-40B4-BE49-F238E27FC236}">
                  <a16:creationId xmlns:a16="http://schemas.microsoft.com/office/drawing/2014/main" xmlns="" id="{AD104CF9-BD99-7BE1-7743-C4BE894AEB7C}"/>
                </a:ext>
              </a:extLst>
            </p:cNvPr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80" name="Freeform 80">
                <a:extLst>
                  <a:ext uri="{FF2B5EF4-FFF2-40B4-BE49-F238E27FC236}">
                    <a16:creationId xmlns:a16="http://schemas.microsoft.com/office/drawing/2014/main" xmlns="" id="{E7779D58-C013-2EB0-2C4B-0DC02CD8137E}"/>
                  </a:ext>
                </a:extLst>
              </p:cNvPr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1" name="TextBox 81">
                <a:extLst>
                  <a:ext uri="{FF2B5EF4-FFF2-40B4-BE49-F238E27FC236}">
                    <a16:creationId xmlns:a16="http://schemas.microsoft.com/office/drawing/2014/main" xmlns="" id="{CE024964-6BB2-3609-AA78-A1519AFEF63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2" name="Group 82">
              <a:extLst>
                <a:ext uri="{FF2B5EF4-FFF2-40B4-BE49-F238E27FC236}">
                  <a16:creationId xmlns:a16="http://schemas.microsoft.com/office/drawing/2014/main" xmlns="" id="{9094432B-0D27-8E87-9F49-8672696E390B}"/>
                </a:ext>
              </a:extLst>
            </p:cNvPr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83" name="Freeform 83">
                <a:extLst>
                  <a:ext uri="{FF2B5EF4-FFF2-40B4-BE49-F238E27FC236}">
                    <a16:creationId xmlns:a16="http://schemas.microsoft.com/office/drawing/2014/main" xmlns="" id="{08AC8E49-BF1D-C3DF-7F5C-BD5E447E1862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4" name="TextBox 84">
                <a:extLst>
                  <a:ext uri="{FF2B5EF4-FFF2-40B4-BE49-F238E27FC236}">
                    <a16:creationId xmlns:a16="http://schemas.microsoft.com/office/drawing/2014/main" xmlns="" id="{3D73C5DF-60D6-7D12-3727-B32D8D65E96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5" name="Group 85">
              <a:extLst>
                <a:ext uri="{FF2B5EF4-FFF2-40B4-BE49-F238E27FC236}">
                  <a16:creationId xmlns:a16="http://schemas.microsoft.com/office/drawing/2014/main" xmlns="" id="{7868F865-E234-7958-1434-D9922087877B}"/>
                </a:ext>
              </a:extLst>
            </p:cNvPr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86" name="Freeform 86">
                <a:extLst>
                  <a:ext uri="{FF2B5EF4-FFF2-40B4-BE49-F238E27FC236}">
                    <a16:creationId xmlns:a16="http://schemas.microsoft.com/office/drawing/2014/main" xmlns="" id="{40EBF47B-972F-C523-A78E-0A1F46BE1E80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7" name="TextBox 87">
                <a:extLst>
                  <a:ext uri="{FF2B5EF4-FFF2-40B4-BE49-F238E27FC236}">
                    <a16:creationId xmlns:a16="http://schemas.microsoft.com/office/drawing/2014/main" xmlns="" id="{742BA33A-A209-5800-B81C-E34270663EFB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8" name="Group 88">
              <a:extLst>
                <a:ext uri="{FF2B5EF4-FFF2-40B4-BE49-F238E27FC236}">
                  <a16:creationId xmlns:a16="http://schemas.microsoft.com/office/drawing/2014/main" xmlns="" id="{8B9C01F6-6316-9757-541B-DDDEE2DCD276}"/>
                </a:ext>
              </a:extLst>
            </p:cNvPr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89" name="Freeform 89">
                <a:extLst>
                  <a:ext uri="{FF2B5EF4-FFF2-40B4-BE49-F238E27FC236}">
                    <a16:creationId xmlns:a16="http://schemas.microsoft.com/office/drawing/2014/main" xmlns="" id="{10E6BEFE-2751-BEA1-17F8-CE248F08AB05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0" name="TextBox 90">
                <a:extLst>
                  <a:ext uri="{FF2B5EF4-FFF2-40B4-BE49-F238E27FC236}">
                    <a16:creationId xmlns:a16="http://schemas.microsoft.com/office/drawing/2014/main" xmlns="" id="{2B53E369-3384-AD05-55E3-892EE21F5D29}"/>
                  </a:ext>
                </a:extLst>
              </p:cNvPr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1" name="Group 91">
              <a:extLst>
                <a:ext uri="{FF2B5EF4-FFF2-40B4-BE49-F238E27FC236}">
                  <a16:creationId xmlns:a16="http://schemas.microsoft.com/office/drawing/2014/main" xmlns="" id="{240D58B9-AD42-DB4E-6FEA-DAF43FE4AAAE}"/>
                </a:ext>
              </a:extLst>
            </p:cNvPr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92" name="Freeform 92">
                <a:extLst>
                  <a:ext uri="{FF2B5EF4-FFF2-40B4-BE49-F238E27FC236}">
                    <a16:creationId xmlns:a16="http://schemas.microsoft.com/office/drawing/2014/main" xmlns="" id="{39C74832-5C5F-6141-D015-7A745D7FD5B3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3" name="TextBox 93">
                <a:extLst>
                  <a:ext uri="{FF2B5EF4-FFF2-40B4-BE49-F238E27FC236}">
                    <a16:creationId xmlns:a16="http://schemas.microsoft.com/office/drawing/2014/main" xmlns="" id="{910187C5-231D-08C0-408A-3A33D91FC03A}"/>
                  </a:ext>
                </a:extLst>
              </p:cNvPr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4" name="Group 94">
              <a:extLst>
                <a:ext uri="{FF2B5EF4-FFF2-40B4-BE49-F238E27FC236}">
                  <a16:creationId xmlns:a16="http://schemas.microsoft.com/office/drawing/2014/main" xmlns="" id="{B1CA6564-B7F3-9397-83F2-E14985FDC7EB}"/>
                </a:ext>
              </a:extLst>
            </p:cNvPr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95" name="Freeform 95">
                <a:extLst>
                  <a:ext uri="{FF2B5EF4-FFF2-40B4-BE49-F238E27FC236}">
                    <a16:creationId xmlns:a16="http://schemas.microsoft.com/office/drawing/2014/main" xmlns="" id="{D3DA0605-1CCE-E57B-60C2-A2B64BCA64AB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6" name="TextBox 96">
                <a:extLst>
                  <a:ext uri="{FF2B5EF4-FFF2-40B4-BE49-F238E27FC236}">
                    <a16:creationId xmlns:a16="http://schemas.microsoft.com/office/drawing/2014/main" xmlns="" id="{8BE0B86F-F400-5988-F582-1B38738B7095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EB9667B-E7A8-AB84-8B67-E726939484BC}"/>
              </a:ext>
            </a:extLst>
          </p:cNvPr>
          <p:cNvSpPr txBox="1"/>
          <p:nvPr/>
        </p:nvSpPr>
        <p:spPr>
          <a:xfrm>
            <a:off x="1553648" y="3380035"/>
            <a:ext cx="15077042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600" dirty="0" smtClean="0">
                <a:latin typeface="210 국민체조" panose="020B0600000101010101" charset="-127"/>
                <a:ea typeface="210 국민체조" panose="020B0600000101010101" charset="-127"/>
              </a:rPr>
              <a:t>불안정한 </a:t>
            </a:r>
            <a:r>
              <a:rPr lang="ko-KR" altLang="en-US" sz="3600" dirty="0">
                <a:latin typeface="210 국민체조" panose="020B0600000101010101" charset="-127"/>
                <a:ea typeface="210 국민체조" panose="020B0600000101010101" charset="-127"/>
              </a:rPr>
              <a:t>온도와 습도로 인한 불쾌지수 </a:t>
            </a:r>
            <a:r>
              <a:rPr lang="ko-KR" altLang="en-US" sz="3600" dirty="0" smtClean="0">
                <a:latin typeface="210 국민체조" panose="020B0600000101010101" charset="-127"/>
                <a:ea typeface="210 국민체조" panose="020B0600000101010101" charset="-127"/>
              </a:rPr>
              <a:t>증가</a:t>
            </a:r>
            <a:endParaRPr lang="en-US" altLang="ko-KR" sz="3600" dirty="0" smtClean="0">
              <a:latin typeface="210 국민체조" panose="020B0600000101010101" charset="-127"/>
              <a:ea typeface="210 국민체조" panose="020B0600000101010101" charset="-127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600" dirty="0" smtClean="0">
                <a:latin typeface="210 국민체조" panose="020B0600000101010101" charset="-127"/>
                <a:ea typeface="210 국민체조" panose="020B0600000101010101" charset="-127"/>
              </a:rPr>
              <a:t>실내 환경 변화에 대한 수동 대응의 한계</a:t>
            </a:r>
            <a:endParaRPr lang="en-US" altLang="ko-KR" sz="3600" dirty="0" smtClean="0">
              <a:latin typeface="210 국민체조" panose="020B0600000101010101" charset="-127"/>
              <a:ea typeface="210 국민체조" panose="020B0600000101010101" charset="-127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3600" dirty="0" smtClean="0">
                <a:latin typeface="210 국민체조" panose="020B0600000101010101" charset="-127"/>
                <a:ea typeface="210 국민체조" panose="020B0600000101010101" charset="-127"/>
              </a:rPr>
              <a:t>에너지 효율성 저하 및 전기세</a:t>
            </a:r>
            <a:r>
              <a:rPr lang="en-US" altLang="ko-KR" sz="3600" dirty="0" smtClean="0">
                <a:latin typeface="210 국민체조" panose="020B0600000101010101" charset="-127"/>
                <a:ea typeface="210 국민체조" panose="020B0600000101010101" charset="-127"/>
              </a:rPr>
              <a:t>/</a:t>
            </a:r>
            <a:r>
              <a:rPr lang="ko-KR" altLang="en-US" sz="3600" dirty="0" smtClean="0">
                <a:latin typeface="210 국민체조" panose="020B0600000101010101" charset="-127"/>
                <a:ea typeface="210 국민체조" panose="020B0600000101010101" charset="-127"/>
              </a:rPr>
              <a:t>난방비 부담</a:t>
            </a:r>
            <a:endParaRPr lang="en-US" altLang="ko-KR" sz="3600" dirty="0" smtClean="0">
              <a:latin typeface="210 국민체조" panose="020B0600000101010101" charset="-127"/>
              <a:ea typeface="210 국민체조" panose="020B0600000101010101" charset="-127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3600" dirty="0" smtClean="0">
              <a:latin typeface="210 국민체조" panose="020B0600000101010101" charset="-127"/>
              <a:ea typeface="210 국민체조" panose="020B0600000101010101" charset="-127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3600" dirty="0" smtClean="0">
              <a:latin typeface="210 국민체조" panose="020B0600000101010101" charset="-127"/>
              <a:ea typeface="210 국민체조" panose="020B0600000101010101" charset="-127"/>
            </a:endParaRPr>
          </a:p>
          <a:p>
            <a:pPr>
              <a:lnSpc>
                <a:spcPct val="200000"/>
              </a:lnSpc>
            </a:pPr>
            <a:endParaRPr lang="en-US" altLang="ko-KR" sz="3600" dirty="0">
              <a:latin typeface="210 국민체조" panose="020B0600000101010101" charset="-127"/>
              <a:ea typeface="210 국민체조" panose="020B0600000101010101" charset="-127"/>
            </a:endParaRP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o-KR" altLang="en-US" sz="36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ACF8795-167F-7E8E-909A-E565F1A68A1B}"/>
              </a:ext>
            </a:extLst>
          </p:cNvPr>
          <p:cNvSpPr txBox="1"/>
          <p:nvPr/>
        </p:nvSpPr>
        <p:spPr>
          <a:xfrm>
            <a:off x="8268658" y="7718369"/>
            <a:ext cx="8362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latin typeface="210 국민체조" panose="020B0600000101010101" charset="-127"/>
                <a:ea typeface="210 국민체조" panose="020B0600000101010101" charset="-127"/>
              </a:rPr>
              <a:t>▶ </a:t>
            </a:r>
            <a:r>
              <a:rPr lang="ko-KR" altLang="en-US" sz="3600" dirty="0" smtClean="0">
                <a:latin typeface="210 국민체조" panose="020B0600000101010101" charset="-127"/>
                <a:ea typeface="210 국민체조" panose="020B0600000101010101" charset="-127"/>
              </a:rPr>
              <a:t>맞춤형 환경 제어 </a:t>
            </a:r>
            <a:r>
              <a:rPr lang="ko-KR" altLang="en-US" sz="3600" dirty="0">
                <a:latin typeface="210 국민체조" panose="020B0600000101010101" charset="-127"/>
                <a:ea typeface="210 국민체조" panose="020B0600000101010101" charset="-127"/>
              </a:rPr>
              <a:t>스마트 </a:t>
            </a:r>
            <a:r>
              <a:rPr lang="ko-KR" altLang="en-US" sz="3600" dirty="0" smtClean="0">
                <a:latin typeface="210 국민체조" panose="020B0600000101010101" charset="-127"/>
                <a:ea typeface="210 국민체조" panose="020B0600000101010101" charset="-127"/>
              </a:rPr>
              <a:t>홈 시스템 </a:t>
            </a:r>
            <a:r>
              <a:rPr lang="ko-KR" altLang="en-US" sz="3600" dirty="0">
                <a:latin typeface="210 국민체조" panose="020B0600000101010101" charset="-127"/>
                <a:ea typeface="210 국민체조" panose="020B0600000101010101" charset="-127"/>
              </a:rPr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474343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7701" y="-94140"/>
            <a:ext cx="20715765" cy="10381140"/>
            <a:chOff x="0" y="0"/>
            <a:chExt cx="27621019" cy="13841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12" name="Group 12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28" name="Freeform 28"/>
          <p:cNvSpPr/>
          <p:nvPr/>
        </p:nvSpPr>
        <p:spPr>
          <a:xfrm>
            <a:off x="2734993" y="4354981"/>
            <a:ext cx="3526265" cy="3442917"/>
          </a:xfrm>
          <a:custGeom>
            <a:avLst/>
            <a:gdLst/>
            <a:ahLst/>
            <a:cxnLst/>
            <a:rect l="l" t="t" r="r" b="b"/>
            <a:pathLst>
              <a:path w="3526265" h="3442917">
                <a:moveTo>
                  <a:pt x="0" y="0"/>
                </a:moveTo>
                <a:lnTo>
                  <a:pt x="3526265" y="0"/>
                </a:lnTo>
                <a:lnTo>
                  <a:pt x="3526265" y="3442916"/>
                </a:lnTo>
                <a:lnTo>
                  <a:pt x="0" y="34429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Group 29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30" name="Group 30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54" name="AutoShape 54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AutoShape 55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AutoShape 56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85" name="TextBox 85"/>
          <p:cNvSpPr txBox="1"/>
          <p:nvPr/>
        </p:nvSpPr>
        <p:spPr>
          <a:xfrm>
            <a:off x="1243131" y="14965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02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580416" y="1414049"/>
            <a:ext cx="6110274" cy="1158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dirty="0" err="1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프로젝트</a:t>
            </a:r>
            <a:r>
              <a:rPr lang="en-US" sz="69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6999" dirty="0" err="1" smtClean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목표</a:t>
            </a:r>
            <a:endParaRPr lang="en-US" sz="6999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xmlns="" id="{12CB5145-CF21-71F7-0F0E-9C393EE72A88}"/>
              </a:ext>
            </a:extLst>
          </p:cNvPr>
          <p:cNvGrpSpPr/>
          <p:nvPr/>
        </p:nvGrpSpPr>
        <p:grpSpPr>
          <a:xfrm>
            <a:off x="8534400" y="2468217"/>
            <a:ext cx="7897129" cy="2288888"/>
            <a:chOff x="7690324" y="2729086"/>
            <a:chExt cx="5364518" cy="1399454"/>
          </a:xfrm>
        </p:grpSpPr>
        <p:grpSp>
          <p:nvGrpSpPr>
            <p:cNvPr id="21" name="Group 21"/>
            <p:cNvGrpSpPr/>
            <p:nvPr/>
          </p:nvGrpSpPr>
          <p:grpSpPr>
            <a:xfrm>
              <a:off x="7690324" y="2729086"/>
              <a:ext cx="5364518" cy="1399454"/>
              <a:chOff x="0" y="0"/>
              <a:chExt cx="11275597" cy="2941490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0" y="0"/>
                <a:ext cx="5696304" cy="1235144"/>
                <a:chOff x="0" y="0"/>
                <a:chExt cx="1125196" cy="24397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0" y="0"/>
                  <a:ext cx="1125196" cy="243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5196" h="243979">
                      <a:moveTo>
                        <a:pt x="16309" y="0"/>
                      </a:moveTo>
                      <a:lnTo>
                        <a:pt x="1108886" y="0"/>
                      </a:lnTo>
                      <a:cubicBezTo>
                        <a:pt x="1117894" y="0"/>
                        <a:pt x="1125196" y="7302"/>
                        <a:pt x="1125196" y="16309"/>
                      </a:cubicBezTo>
                      <a:lnTo>
                        <a:pt x="1125196" y="227670"/>
                      </a:lnTo>
                      <a:cubicBezTo>
                        <a:pt x="1125196" y="231995"/>
                        <a:pt x="1123478" y="236144"/>
                        <a:pt x="1120419" y="239202"/>
                      </a:cubicBezTo>
                      <a:cubicBezTo>
                        <a:pt x="1117360" y="242261"/>
                        <a:pt x="1113212" y="243979"/>
                        <a:pt x="1108886" y="243979"/>
                      </a:cubicBezTo>
                      <a:lnTo>
                        <a:pt x="16309" y="243979"/>
                      </a:lnTo>
                      <a:cubicBezTo>
                        <a:pt x="11984" y="243979"/>
                        <a:pt x="7835" y="242261"/>
                        <a:pt x="4777" y="239202"/>
                      </a:cubicBezTo>
                      <a:cubicBezTo>
                        <a:pt x="1718" y="236144"/>
                        <a:pt x="0" y="231995"/>
                        <a:pt x="0" y="227670"/>
                      </a:cubicBezTo>
                      <a:lnTo>
                        <a:pt x="0" y="16309"/>
                      </a:lnTo>
                      <a:cubicBezTo>
                        <a:pt x="0" y="11984"/>
                        <a:pt x="1718" y="7835"/>
                        <a:pt x="4777" y="4777"/>
                      </a:cubicBezTo>
                      <a:cubicBezTo>
                        <a:pt x="7835" y="1718"/>
                        <a:pt x="11984" y="0"/>
                        <a:pt x="16309" y="0"/>
                      </a:cubicBezTo>
                      <a:close/>
                    </a:path>
                  </a:pathLst>
                </a:custGeom>
                <a:solidFill>
                  <a:srgbClr val="6F769C"/>
                </a:solidFill>
                <a:ln w="9525" cap="sq">
                  <a:solidFill>
                    <a:srgbClr val="343D63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0" y="-47625"/>
                  <a:ext cx="1125196" cy="29160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79"/>
                    </a:lnSpc>
                  </a:pPr>
                  <a:endParaRPr/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0" y="711255"/>
                <a:ext cx="11275597" cy="2230235"/>
                <a:chOff x="0" y="-47625"/>
                <a:chExt cx="2227278" cy="44054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0" y="0"/>
                  <a:ext cx="2227278" cy="328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7278" h="392915">
                      <a:moveTo>
                        <a:pt x="0" y="0"/>
                      </a:moveTo>
                      <a:lnTo>
                        <a:pt x="2227278" y="0"/>
                      </a:lnTo>
                      <a:lnTo>
                        <a:pt x="2227278" y="392915"/>
                      </a:lnTo>
                      <a:lnTo>
                        <a:pt x="0" y="392915"/>
                      </a:lnTo>
                      <a:close/>
                    </a:path>
                  </a:pathLst>
                </a:custGeom>
                <a:solidFill>
                  <a:srgbClr val="F2F5FF"/>
                </a:solidFill>
                <a:ln w="9525" cap="sq">
                  <a:solidFill>
                    <a:srgbClr val="3D4569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0" y="-47625"/>
                  <a:ext cx="2227278" cy="4405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79"/>
                    </a:lnSpc>
                  </a:pPr>
                  <a:endParaRPr/>
                </a:p>
              </p:txBody>
            </p:sp>
          </p:grpSp>
        </p:grpSp>
        <p:sp>
          <p:nvSpPr>
            <p:cNvPr id="86" name="TextBox 86"/>
            <p:cNvSpPr txBox="1"/>
            <p:nvPr/>
          </p:nvSpPr>
          <p:spPr>
            <a:xfrm>
              <a:off x="7793849" y="2812835"/>
              <a:ext cx="2440284" cy="2788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ko-KR" altLang="en-US" sz="2800" b="1" dirty="0">
                  <a:solidFill>
                    <a:srgbClr val="FFFFFF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실시간 </a:t>
              </a:r>
              <a:r>
                <a:rPr lang="ko-KR" altLang="en-US" sz="2800" b="1" dirty="0" err="1">
                  <a:solidFill>
                    <a:srgbClr val="FFFFFF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온습도</a:t>
              </a:r>
              <a:r>
                <a:rPr lang="ko-KR" altLang="en-US" sz="2800" b="1" dirty="0">
                  <a:solidFill>
                    <a:srgbClr val="FFFFFF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 측정</a:t>
              </a:r>
              <a:endParaRPr lang="en-US" sz="2800" b="1" dirty="0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881202" y="3296737"/>
              <a:ext cx="5169048" cy="5645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ko-KR" altLang="en-US" sz="2800" dirty="0" err="1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온습도</a:t>
              </a:r>
              <a:r>
                <a:rPr lang="ko-KR" altLang="en-US" sz="2800" dirty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 센서</a:t>
              </a:r>
              <a:r>
                <a:rPr lang="en-US" altLang="ko-KR" sz="2800" dirty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(DHT11</a:t>
              </a:r>
              <a:r>
                <a:rPr lang="en-US" altLang="ko-KR" sz="2800" dirty="0" smtClean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)</a:t>
              </a:r>
              <a:r>
                <a:rPr lang="ko-KR" altLang="en-US" sz="2800" dirty="0" smtClean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를 </a:t>
              </a:r>
              <a:r>
                <a:rPr lang="ko-KR" altLang="en-US" sz="2800" dirty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사용해 각 방마다 온도와 습도 측정</a:t>
              </a:r>
              <a:endParaRPr lang="en-US" sz="2800" dirty="0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endParaRP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7583254" y="6475607"/>
            <a:ext cx="4100292" cy="47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ko-KR" altLang="en-US" sz="2799" b="1" dirty="0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측정값 비교 후 모듈 작동</a:t>
            </a:r>
            <a:endParaRPr lang="en-US" sz="2799" b="1" dirty="0">
              <a:solidFill>
                <a:srgbClr val="FFFFFF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xmlns="" id="{90B982BF-A95D-DF33-DC11-DC19255856D6}"/>
              </a:ext>
            </a:extLst>
          </p:cNvPr>
          <p:cNvGrpSpPr/>
          <p:nvPr/>
        </p:nvGrpSpPr>
        <p:grpSpPr>
          <a:xfrm>
            <a:off x="8512871" y="4745702"/>
            <a:ext cx="7939655" cy="2288888"/>
            <a:chOff x="7690324" y="2729086"/>
            <a:chExt cx="5393406" cy="1399454"/>
          </a:xfrm>
        </p:grpSpPr>
        <p:grpSp>
          <p:nvGrpSpPr>
            <p:cNvPr id="103" name="Group 21">
              <a:extLst>
                <a:ext uri="{FF2B5EF4-FFF2-40B4-BE49-F238E27FC236}">
                  <a16:creationId xmlns:a16="http://schemas.microsoft.com/office/drawing/2014/main" xmlns="" id="{F84860C0-DE18-92A1-F2C4-CDF61379FF0D}"/>
                </a:ext>
              </a:extLst>
            </p:cNvPr>
            <p:cNvGrpSpPr/>
            <p:nvPr/>
          </p:nvGrpSpPr>
          <p:grpSpPr>
            <a:xfrm>
              <a:off x="7690324" y="2729086"/>
              <a:ext cx="5364518" cy="1399454"/>
              <a:chOff x="0" y="0"/>
              <a:chExt cx="11275597" cy="2941490"/>
            </a:xfrm>
          </p:grpSpPr>
          <p:grpSp>
            <p:nvGrpSpPr>
              <p:cNvPr id="106" name="Group 22">
                <a:extLst>
                  <a:ext uri="{FF2B5EF4-FFF2-40B4-BE49-F238E27FC236}">
                    <a16:creationId xmlns:a16="http://schemas.microsoft.com/office/drawing/2014/main" xmlns="" id="{D3B9DC11-47C6-4AE8-4286-4BD292E98ECB}"/>
                  </a:ext>
                </a:extLst>
              </p:cNvPr>
              <p:cNvGrpSpPr/>
              <p:nvPr/>
            </p:nvGrpSpPr>
            <p:grpSpPr>
              <a:xfrm>
                <a:off x="0" y="0"/>
                <a:ext cx="5696304" cy="1235144"/>
                <a:chOff x="0" y="0"/>
                <a:chExt cx="1125196" cy="243979"/>
              </a:xfrm>
            </p:grpSpPr>
            <p:sp>
              <p:nvSpPr>
                <p:cNvPr id="110" name="Freeform 23">
                  <a:extLst>
                    <a:ext uri="{FF2B5EF4-FFF2-40B4-BE49-F238E27FC236}">
                      <a16:creationId xmlns:a16="http://schemas.microsoft.com/office/drawing/2014/main" xmlns="" id="{FC0F00D8-9AB2-0786-927E-CA27AAC3A5A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25196" cy="243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5196" h="243979">
                      <a:moveTo>
                        <a:pt x="16309" y="0"/>
                      </a:moveTo>
                      <a:lnTo>
                        <a:pt x="1108886" y="0"/>
                      </a:lnTo>
                      <a:cubicBezTo>
                        <a:pt x="1117894" y="0"/>
                        <a:pt x="1125196" y="7302"/>
                        <a:pt x="1125196" y="16309"/>
                      </a:cubicBezTo>
                      <a:lnTo>
                        <a:pt x="1125196" y="227670"/>
                      </a:lnTo>
                      <a:cubicBezTo>
                        <a:pt x="1125196" y="231995"/>
                        <a:pt x="1123478" y="236144"/>
                        <a:pt x="1120419" y="239202"/>
                      </a:cubicBezTo>
                      <a:cubicBezTo>
                        <a:pt x="1117360" y="242261"/>
                        <a:pt x="1113212" y="243979"/>
                        <a:pt x="1108886" y="243979"/>
                      </a:cubicBezTo>
                      <a:lnTo>
                        <a:pt x="16309" y="243979"/>
                      </a:lnTo>
                      <a:cubicBezTo>
                        <a:pt x="11984" y="243979"/>
                        <a:pt x="7835" y="242261"/>
                        <a:pt x="4777" y="239202"/>
                      </a:cubicBezTo>
                      <a:cubicBezTo>
                        <a:pt x="1718" y="236144"/>
                        <a:pt x="0" y="231995"/>
                        <a:pt x="0" y="227670"/>
                      </a:cubicBezTo>
                      <a:lnTo>
                        <a:pt x="0" y="16309"/>
                      </a:lnTo>
                      <a:cubicBezTo>
                        <a:pt x="0" y="11984"/>
                        <a:pt x="1718" y="7835"/>
                        <a:pt x="4777" y="4777"/>
                      </a:cubicBezTo>
                      <a:cubicBezTo>
                        <a:pt x="7835" y="1718"/>
                        <a:pt x="11984" y="0"/>
                        <a:pt x="16309" y="0"/>
                      </a:cubicBezTo>
                      <a:close/>
                    </a:path>
                  </a:pathLst>
                </a:custGeom>
                <a:solidFill>
                  <a:srgbClr val="6F769C"/>
                </a:solidFill>
                <a:ln w="9525" cap="sq">
                  <a:solidFill>
                    <a:srgbClr val="343D63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000" dirty="0"/>
                </a:p>
              </p:txBody>
            </p:sp>
            <p:sp>
              <p:nvSpPr>
                <p:cNvPr id="111" name="TextBox 24">
                  <a:extLst>
                    <a:ext uri="{FF2B5EF4-FFF2-40B4-BE49-F238E27FC236}">
                      <a16:creationId xmlns:a16="http://schemas.microsoft.com/office/drawing/2014/main" xmlns="" id="{18EA6725-BBF8-91F5-9ADF-80116A3052AA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1125196" cy="29160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79"/>
                    </a:lnSpc>
                  </a:pPr>
                  <a:endParaRPr sz="2000"/>
                </a:p>
              </p:txBody>
            </p:sp>
          </p:grpSp>
          <p:grpSp>
            <p:nvGrpSpPr>
              <p:cNvPr id="107" name="Group 25">
                <a:extLst>
                  <a:ext uri="{FF2B5EF4-FFF2-40B4-BE49-F238E27FC236}">
                    <a16:creationId xmlns:a16="http://schemas.microsoft.com/office/drawing/2014/main" xmlns="" id="{4944EE66-5F6C-C74F-9EE4-79C5E9E66D65}"/>
                  </a:ext>
                </a:extLst>
              </p:cNvPr>
              <p:cNvGrpSpPr/>
              <p:nvPr/>
            </p:nvGrpSpPr>
            <p:grpSpPr>
              <a:xfrm>
                <a:off x="0" y="711255"/>
                <a:ext cx="11275597" cy="2230235"/>
                <a:chOff x="0" y="-47625"/>
                <a:chExt cx="2227278" cy="440540"/>
              </a:xfrm>
            </p:grpSpPr>
            <p:sp>
              <p:nvSpPr>
                <p:cNvPr id="108" name="Freeform 26">
                  <a:extLst>
                    <a:ext uri="{FF2B5EF4-FFF2-40B4-BE49-F238E27FC236}">
                      <a16:creationId xmlns:a16="http://schemas.microsoft.com/office/drawing/2014/main" xmlns="" id="{1B436707-CBA9-1D4E-1696-1AE1016C862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227278" cy="3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7278" h="392915">
                      <a:moveTo>
                        <a:pt x="0" y="0"/>
                      </a:moveTo>
                      <a:lnTo>
                        <a:pt x="2227278" y="0"/>
                      </a:lnTo>
                      <a:lnTo>
                        <a:pt x="2227278" y="392915"/>
                      </a:lnTo>
                      <a:lnTo>
                        <a:pt x="0" y="392915"/>
                      </a:lnTo>
                      <a:close/>
                    </a:path>
                  </a:pathLst>
                </a:custGeom>
                <a:solidFill>
                  <a:srgbClr val="F2F5FF"/>
                </a:solidFill>
                <a:ln w="9525" cap="sq">
                  <a:solidFill>
                    <a:srgbClr val="3D4569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000"/>
                </a:p>
              </p:txBody>
            </p:sp>
            <p:sp>
              <p:nvSpPr>
                <p:cNvPr id="109" name="TextBox 27">
                  <a:extLst>
                    <a:ext uri="{FF2B5EF4-FFF2-40B4-BE49-F238E27FC236}">
                      <a16:creationId xmlns:a16="http://schemas.microsoft.com/office/drawing/2014/main" xmlns="" id="{9F35B378-7D01-C9A0-F9C2-FCAD9EF700BF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2227278" cy="4405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79"/>
                    </a:lnSpc>
                  </a:pPr>
                  <a:endParaRPr sz="2000"/>
                </a:p>
              </p:txBody>
            </p:sp>
          </p:grpSp>
        </p:grpSp>
        <p:sp>
          <p:nvSpPr>
            <p:cNvPr id="105" name="TextBox 88">
              <a:extLst>
                <a:ext uri="{FF2B5EF4-FFF2-40B4-BE49-F238E27FC236}">
                  <a16:creationId xmlns:a16="http://schemas.microsoft.com/office/drawing/2014/main" xmlns="" id="{0C89057A-FBD6-9F6F-23FD-98851B926377}"/>
                </a:ext>
              </a:extLst>
            </p:cNvPr>
            <p:cNvSpPr txBox="1"/>
            <p:nvPr/>
          </p:nvSpPr>
          <p:spPr>
            <a:xfrm>
              <a:off x="7914682" y="3451590"/>
              <a:ext cx="5169048" cy="264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ko-KR" altLang="en-US" sz="2800" dirty="0" err="1" smtClean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온습도</a:t>
              </a:r>
              <a:r>
                <a:rPr lang="ko-KR" altLang="en-US" sz="2800" dirty="0" smtClean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 센서에서 측정된 값을 실시간으로 확인</a:t>
              </a:r>
              <a:endParaRPr lang="en-US" sz="2800" dirty="0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endParaRPr>
            </a:p>
          </p:txBody>
        </p:sp>
        <p:sp>
          <p:nvSpPr>
            <p:cNvPr id="104" name="TextBox 86">
              <a:extLst>
                <a:ext uri="{FF2B5EF4-FFF2-40B4-BE49-F238E27FC236}">
                  <a16:creationId xmlns:a16="http://schemas.microsoft.com/office/drawing/2014/main" xmlns="" id="{A9B78989-4351-D7CB-9AFD-78E1CFB0ADFD}"/>
                </a:ext>
              </a:extLst>
            </p:cNvPr>
            <p:cNvSpPr txBox="1"/>
            <p:nvPr/>
          </p:nvSpPr>
          <p:spPr>
            <a:xfrm>
              <a:off x="7808474" y="2820776"/>
              <a:ext cx="2440284" cy="2892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ko-KR" altLang="en-US" sz="2800" b="1" dirty="0">
                  <a:solidFill>
                    <a:srgbClr val="FFFFFF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실시간 </a:t>
              </a:r>
              <a:r>
                <a:rPr lang="ko-KR" altLang="en-US" sz="2800" b="1" dirty="0" err="1">
                  <a:solidFill>
                    <a:srgbClr val="FFFFFF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온습도</a:t>
              </a:r>
              <a:r>
                <a:rPr lang="ko-KR" altLang="en-US" sz="2800" b="1" dirty="0">
                  <a:solidFill>
                    <a:srgbClr val="FFFFFF"/>
                  </a:solidFill>
                  <a:latin typeface="TDTD순고딕 Bold"/>
                  <a:ea typeface="TDTD순고딕 Bold"/>
                  <a:cs typeface="TDTD순고딕 Bold"/>
                  <a:sym typeface="TDTD순고딕 Bold"/>
                </a:rPr>
                <a:t> 확인</a:t>
              </a:r>
              <a:endParaRPr lang="en-US" altLang="ko-KR" sz="2800" b="1" dirty="0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xmlns="" id="{2BC53F46-70B1-392F-F1EE-6900CB9786F3}"/>
              </a:ext>
            </a:extLst>
          </p:cNvPr>
          <p:cNvGrpSpPr/>
          <p:nvPr/>
        </p:nvGrpSpPr>
        <p:grpSpPr>
          <a:xfrm>
            <a:off x="8525659" y="6984044"/>
            <a:ext cx="7897129" cy="1907915"/>
            <a:chOff x="7690324" y="2729086"/>
            <a:chExt cx="5364518" cy="1399454"/>
          </a:xfrm>
        </p:grpSpPr>
        <p:grpSp>
          <p:nvGrpSpPr>
            <p:cNvPr id="113" name="Group 21">
              <a:extLst>
                <a:ext uri="{FF2B5EF4-FFF2-40B4-BE49-F238E27FC236}">
                  <a16:creationId xmlns:a16="http://schemas.microsoft.com/office/drawing/2014/main" xmlns="" id="{A0CBAE0A-A1C9-F5D7-A35A-CAA86B2721EE}"/>
                </a:ext>
              </a:extLst>
            </p:cNvPr>
            <p:cNvGrpSpPr/>
            <p:nvPr/>
          </p:nvGrpSpPr>
          <p:grpSpPr>
            <a:xfrm>
              <a:off x="7690324" y="2729086"/>
              <a:ext cx="5364518" cy="1399454"/>
              <a:chOff x="0" y="0"/>
              <a:chExt cx="11275597" cy="2941491"/>
            </a:xfrm>
          </p:grpSpPr>
          <p:grpSp>
            <p:nvGrpSpPr>
              <p:cNvPr id="116" name="Group 22">
                <a:extLst>
                  <a:ext uri="{FF2B5EF4-FFF2-40B4-BE49-F238E27FC236}">
                    <a16:creationId xmlns:a16="http://schemas.microsoft.com/office/drawing/2014/main" xmlns="" id="{EE18C20D-107F-65AE-9003-1332D4A9F1FC}"/>
                  </a:ext>
                </a:extLst>
              </p:cNvPr>
              <p:cNvGrpSpPr/>
              <p:nvPr/>
            </p:nvGrpSpPr>
            <p:grpSpPr>
              <a:xfrm>
                <a:off x="0" y="0"/>
                <a:ext cx="5696304" cy="1235144"/>
                <a:chOff x="0" y="0"/>
                <a:chExt cx="1125196" cy="243979"/>
              </a:xfrm>
            </p:grpSpPr>
            <p:sp>
              <p:nvSpPr>
                <p:cNvPr id="120" name="Freeform 23">
                  <a:extLst>
                    <a:ext uri="{FF2B5EF4-FFF2-40B4-BE49-F238E27FC236}">
                      <a16:creationId xmlns:a16="http://schemas.microsoft.com/office/drawing/2014/main" xmlns="" id="{2049AB45-C8FE-EF2E-BF74-244E5DEE8E3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25196" cy="243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5196" h="243979">
                      <a:moveTo>
                        <a:pt x="16309" y="0"/>
                      </a:moveTo>
                      <a:lnTo>
                        <a:pt x="1108886" y="0"/>
                      </a:lnTo>
                      <a:cubicBezTo>
                        <a:pt x="1117894" y="0"/>
                        <a:pt x="1125196" y="7302"/>
                        <a:pt x="1125196" y="16309"/>
                      </a:cubicBezTo>
                      <a:lnTo>
                        <a:pt x="1125196" y="227670"/>
                      </a:lnTo>
                      <a:cubicBezTo>
                        <a:pt x="1125196" y="231995"/>
                        <a:pt x="1123478" y="236144"/>
                        <a:pt x="1120419" y="239202"/>
                      </a:cubicBezTo>
                      <a:cubicBezTo>
                        <a:pt x="1117360" y="242261"/>
                        <a:pt x="1113212" y="243979"/>
                        <a:pt x="1108886" y="243979"/>
                      </a:cubicBezTo>
                      <a:lnTo>
                        <a:pt x="16309" y="243979"/>
                      </a:lnTo>
                      <a:cubicBezTo>
                        <a:pt x="11984" y="243979"/>
                        <a:pt x="7835" y="242261"/>
                        <a:pt x="4777" y="239202"/>
                      </a:cubicBezTo>
                      <a:cubicBezTo>
                        <a:pt x="1718" y="236144"/>
                        <a:pt x="0" y="231995"/>
                        <a:pt x="0" y="227670"/>
                      </a:cubicBezTo>
                      <a:lnTo>
                        <a:pt x="0" y="16309"/>
                      </a:lnTo>
                      <a:cubicBezTo>
                        <a:pt x="0" y="11984"/>
                        <a:pt x="1718" y="7835"/>
                        <a:pt x="4777" y="4777"/>
                      </a:cubicBezTo>
                      <a:cubicBezTo>
                        <a:pt x="7835" y="1718"/>
                        <a:pt x="11984" y="0"/>
                        <a:pt x="16309" y="0"/>
                      </a:cubicBezTo>
                      <a:close/>
                    </a:path>
                  </a:pathLst>
                </a:custGeom>
                <a:solidFill>
                  <a:srgbClr val="6F769C"/>
                </a:solidFill>
                <a:ln w="9525" cap="sq">
                  <a:solidFill>
                    <a:srgbClr val="343D63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000" dirty="0"/>
                </a:p>
              </p:txBody>
            </p:sp>
            <p:sp>
              <p:nvSpPr>
                <p:cNvPr id="121" name="TextBox 24">
                  <a:extLst>
                    <a:ext uri="{FF2B5EF4-FFF2-40B4-BE49-F238E27FC236}">
                      <a16:creationId xmlns:a16="http://schemas.microsoft.com/office/drawing/2014/main" xmlns="" id="{D0884682-3EBC-7430-5DCF-1219EF52FE5E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1125196" cy="29160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79"/>
                    </a:lnSpc>
                  </a:pPr>
                  <a:endParaRPr sz="2000"/>
                </a:p>
              </p:txBody>
            </p:sp>
          </p:grpSp>
          <p:grpSp>
            <p:nvGrpSpPr>
              <p:cNvPr id="117" name="Group 25">
                <a:extLst>
                  <a:ext uri="{FF2B5EF4-FFF2-40B4-BE49-F238E27FC236}">
                    <a16:creationId xmlns:a16="http://schemas.microsoft.com/office/drawing/2014/main" xmlns="" id="{8B382B7D-EF11-DB14-BB59-52B5AAD15690}"/>
                  </a:ext>
                </a:extLst>
              </p:cNvPr>
              <p:cNvGrpSpPr/>
              <p:nvPr/>
            </p:nvGrpSpPr>
            <p:grpSpPr>
              <a:xfrm>
                <a:off x="0" y="952357"/>
                <a:ext cx="11275597" cy="1989133"/>
                <a:chOff x="0" y="0"/>
                <a:chExt cx="2227278" cy="392915"/>
              </a:xfrm>
            </p:grpSpPr>
            <p:sp>
              <p:nvSpPr>
                <p:cNvPr id="118" name="Freeform 26">
                  <a:extLst>
                    <a:ext uri="{FF2B5EF4-FFF2-40B4-BE49-F238E27FC236}">
                      <a16:creationId xmlns:a16="http://schemas.microsoft.com/office/drawing/2014/main" xmlns="" id="{8E499F72-DA9C-2669-79D5-789C6FAE222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227278" cy="392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7278" h="392915">
                      <a:moveTo>
                        <a:pt x="0" y="0"/>
                      </a:moveTo>
                      <a:lnTo>
                        <a:pt x="2227278" y="0"/>
                      </a:lnTo>
                      <a:lnTo>
                        <a:pt x="2227278" y="392915"/>
                      </a:lnTo>
                      <a:lnTo>
                        <a:pt x="0" y="392915"/>
                      </a:lnTo>
                      <a:close/>
                    </a:path>
                  </a:pathLst>
                </a:custGeom>
                <a:solidFill>
                  <a:srgbClr val="F2F5FF"/>
                </a:solidFill>
                <a:ln w="9525" cap="sq">
                  <a:solidFill>
                    <a:srgbClr val="3D4569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ko-KR" altLang="en-US" sz="2000" dirty="0"/>
                </a:p>
              </p:txBody>
            </p:sp>
            <p:sp>
              <p:nvSpPr>
                <p:cNvPr id="119" name="TextBox 27">
                  <a:extLst>
                    <a:ext uri="{FF2B5EF4-FFF2-40B4-BE49-F238E27FC236}">
                      <a16:creationId xmlns:a16="http://schemas.microsoft.com/office/drawing/2014/main" xmlns="" id="{F622511D-9577-2F0F-9152-0AF8C6F9454C}"/>
                    </a:ext>
                  </a:extLst>
                </p:cNvPr>
                <p:cNvSpPr txBox="1"/>
                <p:nvPr/>
              </p:nvSpPr>
              <p:spPr>
                <a:xfrm>
                  <a:off x="0" y="-47625"/>
                  <a:ext cx="2227278" cy="4405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079"/>
                    </a:lnSpc>
                  </a:pPr>
                  <a:endParaRPr sz="2000"/>
                </a:p>
              </p:txBody>
            </p:sp>
          </p:grpSp>
        </p:grpSp>
        <p:sp>
          <p:nvSpPr>
            <p:cNvPr id="114" name="TextBox 86">
              <a:extLst>
                <a:ext uri="{FF2B5EF4-FFF2-40B4-BE49-F238E27FC236}">
                  <a16:creationId xmlns:a16="http://schemas.microsoft.com/office/drawing/2014/main" xmlns="" id="{E6854112-AE38-6C57-193C-FBA2B316CEB4}"/>
                </a:ext>
              </a:extLst>
            </p:cNvPr>
            <p:cNvSpPr txBox="1"/>
            <p:nvPr/>
          </p:nvSpPr>
          <p:spPr>
            <a:xfrm>
              <a:off x="7816995" y="2813923"/>
              <a:ext cx="2440284" cy="2977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endParaRPr lang="en-US" sz="3200" b="1" dirty="0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endParaRPr>
            </a:p>
          </p:txBody>
        </p:sp>
        <p:sp>
          <p:nvSpPr>
            <p:cNvPr id="115" name="TextBox 88">
              <a:extLst>
                <a:ext uri="{FF2B5EF4-FFF2-40B4-BE49-F238E27FC236}">
                  <a16:creationId xmlns:a16="http://schemas.microsoft.com/office/drawing/2014/main" xmlns="" id="{E3B3AD32-BA74-29C4-911E-E00C8022E138}"/>
                </a:ext>
              </a:extLst>
            </p:cNvPr>
            <p:cNvSpPr txBox="1"/>
            <p:nvPr/>
          </p:nvSpPr>
          <p:spPr>
            <a:xfrm>
              <a:off x="7884066" y="3500037"/>
              <a:ext cx="5169048" cy="3171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ko-KR" altLang="en-US" sz="2800" dirty="0" smtClean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온도</a:t>
              </a:r>
              <a:r>
                <a:rPr lang="en-US" altLang="ko-KR" sz="2800" dirty="0" smtClean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/</a:t>
              </a:r>
              <a:r>
                <a:rPr lang="ko-KR" altLang="en-US" sz="2800" dirty="0" smtClean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제</a:t>
              </a:r>
              <a:r>
                <a:rPr lang="en-US" altLang="ko-KR" sz="2800" dirty="0" smtClean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*</a:t>
              </a:r>
              <a:r>
                <a:rPr lang="ko-KR" altLang="en-US" sz="2800" dirty="0" smtClean="0">
                  <a:solidFill>
                    <a:srgbClr val="343D63"/>
                  </a:solidFill>
                  <a:latin typeface="210 국민체조" panose="020B0600000101010101" charset="-127"/>
                  <a:ea typeface="210 국민체조" panose="020B0600000101010101" charset="-127"/>
                  <a:cs typeface="TDTD순고딕"/>
                  <a:sym typeface="TDTD순고딕"/>
                </a:rPr>
                <a:t>가습 입력에 따른 센서 제어 동작</a:t>
              </a:r>
              <a:endParaRPr lang="en-US" sz="2800" dirty="0">
                <a:solidFill>
                  <a:srgbClr val="343D63"/>
                </a:solidFill>
                <a:latin typeface="210 국민체조" panose="020B0600000101010101" charset="-127"/>
                <a:ea typeface="210 국민체조" panose="020B0600000101010101" charset="-127"/>
                <a:cs typeface="TDTD순고딕"/>
                <a:sym typeface="TDTD순고딕"/>
              </a:endParaRPr>
            </a:p>
          </p:txBody>
        </p:sp>
      </p:grpSp>
      <p:sp>
        <p:nvSpPr>
          <p:cNvPr id="127" name="TextBox 86">
            <a:extLst>
              <a:ext uri="{FF2B5EF4-FFF2-40B4-BE49-F238E27FC236}">
                <a16:creationId xmlns:a16="http://schemas.microsoft.com/office/drawing/2014/main" xmlns="" id="{A9B78989-4351-D7CB-9AFD-78E1CFB0ADFD}"/>
              </a:ext>
            </a:extLst>
          </p:cNvPr>
          <p:cNvSpPr txBox="1"/>
          <p:nvPr/>
        </p:nvSpPr>
        <p:spPr>
          <a:xfrm>
            <a:off x="8686800" y="7066164"/>
            <a:ext cx="3592352" cy="473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ko-KR" altLang="en-US" sz="2800" b="1" dirty="0" smtClean="0">
                <a:solidFill>
                  <a:srgbClr val="FFFFF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입력에 따른 센서 동작</a:t>
            </a:r>
            <a:endParaRPr lang="en-US" altLang="ko-KR" sz="2800" b="1" dirty="0">
              <a:solidFill>
                <a:srgbClr val="FFFFFF"/>
              </a:solidFill>
              <a:latin typeface="TDTD순고딕 Bold"/>
              <a:ea typeface="TDTD순고딕 Bold"/>
              <a:cs typeface="TDTD순고딕 Bold"/>
              <a:sym typeface="TDTD순고딕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7701" y="-94140"/>
            <a:ext cx="20715765" cy="10381140"/>
            <a:chOff x="0" y="0"/>
            <a:chExt cx="27621019" cy="13841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12" name="Group 12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243131" y="14965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80416" y="1414049"/>
            <a:ext cx="611027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ko-KR" altLang="en-US" sz="69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구성도</a:t>
            </a:r>
            <a:endParaRPr lang="en-US" sz="6999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68" name="Group 68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69" name="Group 69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93" name="AutoShape 93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AutoShape 94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AutoShape 95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448" y="4192841"/>
            <a:ext cx="2675158" cy="2675158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7405" y="3806535"/>
            <a:ext cx="2622968" cy="2622968"/>
          </a:xfrm>
          <a:prstGeom prst="rect">
            <a:avLst/>
          </a:prstGeom>
        </p:spPr>
      </p:pic>
      <p:cxnSp>
        <p:nvCxnSpPr>
          <p:cNvPr id="33" name="직선 화살표 연결선 32"/>
          <p:cNvCxnSpPr/>
          <p:nvPr/>
        </p:nvCxnSpPr>
        <p:spPr>
          <a:xfrm flipH="1">
            <a:off x="10554912" y="4095505"/>
            <a:ext cx="1345648" cy="679654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/>
          <p:nvPr/>
        </p:nvCxnSpPr>
        <p:spPr>
          <a:xfrm flipH="1" flipV="1">
            <a:off x="10635492" y="6014722"/>
            <a:ext cx="1258003" cy="744269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0681" y="1982579"/>
            <a:ext cx="2250954" cy="2250952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42347" y="2513124"/>
            <a:ext cx="1925435" cy="1925435"/>
          </a:xfrm>
          <a:prstGeom prst="rect">
            <a:avLst/>
          </a:prstGeom>
        </p:spPr>
      </p:pic>
      <p:pic>
        <p:nvPicPr>
          <p:cNvPr id="128" name="그림 1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42347" y="5911419"/>
            <a:ext cx="1925435" cy="1925435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xmlns="" id="{7ACF8795-167F-7E8E-909A-E565F1A68A1B}"/>
              </a:ext>
            </a:extLst>
          </p:cNvPr>
          <p:cNvSpPr txBox="1"/>
          <p:nvPr/>
        </p:nvSpPr>
        <p:spPr>
          <a:xfrm>
            <a:off x="7823567" y="6118815"/>
            <a:ext cx="26273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>
                <a:latin typeface="210 국민체조" panose="020B0600000101010101" charset="-127"/>
                <a:ea typeface="210 국민체조" panose="020B0600000101010101" charset="-127"/>
              </a:rPr>
              <a:t>SERVER</a:t>
            </a:r>
            <a:endParaRPr lang="ko-KR" altLang="en-US" sz="4400" b="1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xmlns="" id="{7ACF8795-167F-7E8E-909A-E565F1A68A1B}"/>
              </a:ext>
            </a:extLst>
          </p:cNvPr>
          <p:cNvSpPr txBox="1"/>
          <p:nvPr/>
        </p:nvSpPr>
        <p:spPr>
          <a:xfrm>
            <a:off x="13056652" y="4410133"/>
            <a:ext cx="26273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smtClean="0">
                <a:latin typeface="210 국민체조" panose="020B0600000101010101" charset="-127"/>
                <a:ea typeface="210 국민체조" panose="020B0600000101010101" charset="-127"/>
              </a:rPr>
              <a:t>CLIENT1</a:t>
            </a:r>
            <a:endParaRPr lang="ko-KR" altLang="en-US" sz="4000" b="1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xmlns="" id="{7ACF8795-167F-7E8E-909A-E565F1A68A1B}"/>
              </a:ext>
            </a:extLst>
          </p:cNvPr>
          <p:cNvSpPr txBox="1"/>
          <p:nvPr/>
        </p:nvSpPr>
        <p:spPr>
          <a:xfrm>
            <a:off x="13056652" y="7808428"/>
            <a:ext cx="26273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smtClean="0">
                <a:latin typeface="210 국민체조" panose="020B0600000101010101" charset="-127"/>
                <a:ea typeface="210 국민체조" panose="020B0600000101010101" charset="-127"/>
              </a:rPr>
              <a:t>CLIENT2</a:t>
            </a:r>
            <a:endParaRPr lang="ko-KR" altLang="en-US" sz="4000" b="1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xmlns="" id="{7ACF8795-167F-7E8E-909A-E565F1A68A1B}"/>
              </a:ext>
            </a:extLst>
          </p:cNvPr>
          <p:cNvSpPr txBox="1"/>
          <p:nvPr/>
        </p:nvSpPr>
        <p:spPr>
          <a:xfrm>
            <a:off x="2469101" y="6758991"/>
            <a:ext cx="3652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smtClean="0">
                <a:latin typeface="210 국민체조" panose="020B0600000101010101" charset="-127"/>
                <a:ea typeface="210 국민체조" panose="020B0600000101010101" charset="-127"/>
              </a:rPr>
              <a:t>ADMINISTER</a:t>
            </a:r>
            <a:endParaRPr lang="ko-KR" altLang="en-US" sz="4000" b="1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cxnSp>
        <p:nvCxnSpPr>
          <p:cNvPr id="136" name="직선 화살표 연결선 135"/>
          <p:cNvCxnSpPr/>
          <p:nvPr/>
        </p:nvCxnSpPr>
        <p:spPr>
          <a:xfrm flipH="1">
            <a:off x="6628678" y="5500058"/>
            <a:ext cx="1113068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/>
          <p:cNvGrpSpPr/>
          <p:nvPr/>
        </p:nvGrpSpPr>
        <p:grpSpPr>
          <a:xfrm>
            <a:off x="15103762" y="3219756"/>
            <a:ext cx="1352666" cy="1311484"/>
            <a:chOff x="9316972" y="4381500"/>
            <a:chExt cx="1757524" cy="1764439"/>
          </a:xfrm>
        </p:grpSpPr>
        <p:sp>
          <p:nvSpPr>
            <p:cNvPr id="44" name="순서도: 자기 디스크 43"/>
            <p:cNvSpPr/>
            <p:nvPr/>
          </p:nvSpPr>
          <p:spPr>
            <a:xfrm>
              <a:off x="9523706" y="4424528"/>
              <a:ext cx="1344056" cy="1721411"/>
            </a:xfrm>
            <a:prstGeom prst="flowChartMagneticDisk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3" name="그림 4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16972" y="4381500"/>
              <a:ext cx="1757524" cy="1757524"/>
            </a:xfrm>
            <a:prstGeom prst="rect">
              <a:avLst/>
            </a:prstGeom>
          </p:spPr>
        </p:pic>
      </p:grpSp>
      <p:pic>
        <p:nvPicPr>
          <p:cNvPr id="142" name="그림 1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0681" y="5306437"/>
            <a:ext cx="2250954" cy="2250952"/>
          </a:xfrm>
          <a:prstGeom prst="rect">
            <a:avLst/>
          </a:prstGeom>
        </p:spPr>
      </p:pic>
      <p:grpSp>
        <p:nvGrpSpPr>
          <p:cNvPr id="143" name="그룹 142"/>
          <p:cNvGrpSpPr/>
          <p:nvPr/>
        </p:nvGrpSpPr>
        <p:grpSpPr>
          <a:xfrm>
            <a:off x="15103762" y="6543614"/>
            <a:ext cx="1352666" cy="1311484"/>
            <a:chOff x="9316972" y="4381500"/>
            <a:chExt cx="1757524" cy="1764439"/>
          </a:xfrm>
        </p:grpSpPr>
        <p:sp>
          <p:nvSpPr>
            <p:cNvPr id="144" name="순서도: 자기 디스크 143"/>
            <p:cNvSpPr/>
            <p:nvPr/>
          </p:nvSpPr>
          <p:spPr>
            <a:xfrm>
              <a:off x="9523706" y="4424528"/>
              <a:ext cx="1344056" cy="1721411"/>
            </a:xfrm>
            <a:prstGeom prst="flowChartMagneticDisk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6" name="그림 14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16972" y="4381500"/>
              <a:ext cx="1757524" cy="1757524"/>
            </a:xfrm>
            <a:prstGeom prst="rect">
              <a:avLst/>
            </a:prstGeom>
          </p:spPr>
        </p:pic>
      </p:grpSp>
      <p:pic>
        <p:nvPicPr>
          <p:cNvPr id="138" name="그림 1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6377" y="3952827"/>
            <a:ext cx="2495504" cy="2495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EE4AF13-91C7-26A6-2239-002167643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4B50ACF9-6D3F-0B4B-9537-6182B011D6C9}"/>
              </a:ext>
            </a:extLst>
          </p:cNvPr>
          <p:cNvGrpSpPr/>
          <p:nvPr/>
        </p:nvGrpSpPr>
        <p:grpSpPr>
          <a:xfrm>
            <a:off x="-1147701" y="-94140"/>
            <a:ext cx="20715765" cy="10381140"/>
            <a:chOff x="0" y="0"/>
            <a:chExt cx="27621019" cy="1384152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EE14F2C7-B475-F9A2-0609-96E351EBB87C}"/>
                </a:ext>
              </a:extLst>
            </p:cNvPr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0FEAEA1A-80FB-ED47-05C9-A4541C549CDA}"/>
                </a:ext>
              </a:extLst>
            </p:cNvPr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xmlns="" id="{44B411AB-EC8B-B904-DF02-4C2888E57179}"/>
                </a:ext>
              </a:extLst>
            </p:cNvPr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26803A05-9FCD-693E-342D-A3EBBAC7EFE6}"/>
                </a:ext>
              </a:extLst>
            </p:cNvPr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AABB6694-A9E4-3C3A-1004-FA4302F444F7}"/>
                </a:ext>
              </a:extLst>
            </p:cNvPr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32744669-F8BA-C982-D392-DE0526A4E8F7}"/>
                </a:ext>
              </a:extLst>
            </p:cNvPr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9CB24677-1F6D-4528-68C9-078066780745}"/>
                </a:ext>
              </a:extLst>
            </p:cNvPr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C704E73F-1B4D-A79B-E743-66F8C06221EE}"/>
                </a:ext>
              </a:extLst>
            </p:cNvPr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E59389AB-2337-A3BC-09D7-E2C7220A709A}"/>
              </a:ext>
            </a:extLst>
          </p:cNvPr>
          <p:cNvGrpSpPr/>
          <p:nvPr/>
        </p:nvGrpSpPr>
        <p:grpSpPr>
          <a:xfrm>
            <a:off x="930206" y="866081"/>
            <a:ext cx="16435806" cy="8766225"/>
            <a:chOff x="0" y="0"/>
            <a:chExt cx="21914407" cy="116883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xmlns="" id="{558139F4-7BA0-D8E5-BDD6-136C4712F77F}"/>
                </a:ext>
              </a:extLst>
            </p:cNvPr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xmlns="" id="{753AB226-08A4-9DEF-44E3-743F4E8936BA}"/>
                  </a:ext>
                </a:extLst>
              </p:cNvPr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xmlns="" id="{3D10E44D-AC40-9210-EAFD-BA8129B86E0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xmlns="" id="{C43672D2-5AD0-7BD8-FADE-C756A86B2E43}"/>
                </a:ext>
              </a:extLst>
            </p:cNvPr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xmlns="" id="{507D7CEB-2D11-19A7-F2C0-E6072558123B}"/>
                  </a:ext>
                </a:extLst>
              </p:cNvPr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xmlns="" id="{AB2346AE-FC77-2378-B60D-C8C8A972A3F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xmlns="" id="{AE2340F2-9E76-2029-54B0-D8B558FF27AD}"/>
                </a:ext>
              </a:extLst>
            </p:cNvPr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xmlns="" id="{FEE1F914-2D13-53C1-632B-1BECF5824578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xmlns="" id="{F83CE829-4068-291B-B8F1-C222C90899B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28" name="TextBox 28">
            <a:extLst>
              <a:ext uri="{FF2B5EF4-FFF2-40B4-BE49-F238E27FC236}">
                <a16:creationId xmlns:a16="http://schemas.microsoft.com/office/drawing/2014/main" xmlns="" id="{A2097224-B650-255A-2C1F-340F877BE007}"/>
              </a:ext>
            </a:extLst>
          </p:cNvPr>
          <p:cNvSpPr txBox="1"/>
          <p:nvPr/>
        </p:nvSpPr>
        <p:spPr>
          <a:xfrm>
            <a:off x="1243131" y="14965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03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xmlns="" id="{3263D272-16E0-4613-FB91-FD177D218606}"/>
              </a:ext>
            </a:extLst>
          </p:cNvPr>
          <p:cNvSpPr txBox="1"/>
          <p:nvPr/>
        </p:nvSpPr>
        <p:spPr>
          <a:xfrm>
            <a:off x="2580416" y="1414049"/>
            <a:ext cx="611027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ko-KR" altLang="en-US" sz="69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구성도</a:t>
            </a:r>
            <a:endParaRPr lang="en-US" sz="6999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68" name="Group 68">
            <a:extLst>
              <a:ext uri="{FF2B5EF4-FFF2-40B4-BE49-F238E27FC236}">
                <a16:creationId xmlns:a16="http://schemas.microsoft.com/office/drawing/2014/main" xmlns="" id="{4984E2AF-4336-55B2-36B8-8BB5C0045C9E}"/>
              </a:ext>
            </a:extLst>
          </p:cNvPr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69" name="Group 69">
              <a:extLst>
                <a:ext uri="{FF2B5EF4-FFF2-40B4-BE49-F238E27FC236}">
                  <a16:creationId xmlns:a16="http://schemas.microsoft.com/office/drawing/2014/main" xmlns="" id="{AA21D069-9F24-75EC-FE12-6D85C2B12E03}"/>
                </a:ext>
              </a:extLst>
            </p:cNvPr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70" name="Freeform 70">
                <a:extLst>
                  <a:ext uri="{FF2B5EF4-FFF2-40B4-BE49-F238E27FC236}">
                    <a16:creationId xmlns:a16="http://schemas.microsoft.com/office/drawing/2014/main" xmlns="" id="{8BD19AE2-DD60-AB6F-3542-4E92B7E936BA}"/>
                  </a:ext>
                </a:extLst>
              </p:cNvPr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TextBox 71">
                <a:extLst>
                  <a:ext uri="{FF2B5EF4-FFF2-40B4-BE49-F238E27FC236}">
                    <a16:creationId xmlns:a16="http://schemas.microsoft.com/office/drawing/2014/main" xmlns="" id="{BF475FCF-7A7B-1DE6-6236-6910E2436EF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2" name="Group 72">
              <a:extLst>
                <a:ext uri="{FF2B5EF4-FFF2-40B4-BE49-F238E27FC236}">
                  <a16:creationId xmlns:a16="http://schemas.microsoft.com/office/drawing/2014/main" xmlns="" id="{007CA74A-5E66-B4EB-2C0D-66FADD374392}"/>
                </a:ext>
              </a:extLst>
            </p:cNvPr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73" name="Freeform 73">
                <a:extLst>
                  <a:ext uri="{FF2B5EF4-FFF2-40B4-BE49-F238E27FC236}">
                    <a16:creationId xmlns:a16="http://schemas.microsoft.com/office/drawing/2014/main" xmlns="" id="{1D196001-05FA-8900-C874-884E175E0D9F}"/>
                  </a:ext>
                </a:extLst>
              </p:cNvPr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>
                <a:extLst>
                  <a:ext uri="{FF2B5EF4-FFF2-40B4-BE49-F238E27FC236}">
                    <a16:creationId xmlns:a16="http://schemas.microsoft.com/office/drawing/2014/main" xmlns="" id="{8DF10FD1-ED40-08CC-EE96-701A81C38F1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xmlns="" id="{14BE3139-0E7C-4BD5-E8B6-7CDF53453DC5}"/>
                </a:ext>
              </a:extLst>
            </p:cNvPr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xmlns="" id="{1815164B-960E-B5F0-222F-9458A4093F76}"/>
                  </a:ext>
                </a:extLst>
              </p:cNvPr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TextBox 77">
                <a:extLst>
                  <a:ext uri="{FF2B5EF4-FFF2-40B4-BE49-F238E27FC236}">
                    <a16:creationId xmlns:a16="http://schemas.microsoft.com/office/drawing/2014/main" xmlns="" id="{ED133233-5F9A-2E31-66D3-773A06E3441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8" name="Group 78">
              <a:extLst>
                <a:ext uri="{FF2B5EF4-FFF2-40B4-BE49-F238E27FC236}">
                  <a16:creationId xmlns:a16="http://schemas.microsoft.com/office/drawing/2014/main" xmlns="" id="{9B82A8E8-FA60-8E5C-3F8E-32261E8A9881}"/>
                </a:ext>
              </a:extLst>
            </p:cNvPr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79" name="Freeform 79">
                <a:extLst>
                  <a:ext uri="{FF2B5EF4-FFF2-40B4-BE49-F238E27FC236}">
                    <a16:creationId xmlns:a16="http://schemas.microsoft.com/office/drawing/2014/main" xmlns="" id="{F4389E8C-8AEC-BAA1-BB7F-5810E1E4A6A1}"/>
                  </a:ext>
                </a:extLst>
              </p:cNvPr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0" name="TextBox 80">
                <a:extLst>
                  <a:ext uri="{FF2B5EF4-FFF2-40B4-BE49-F238E27FC236}">
                    <a16:creationId xmlns:a16="http://schemas.microsoft.com/office/drawing/2014/main" xmlns="" id="{B2ACF750-4B63-27C2-1AC7-4A59CDDE3C6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1" name="Group 81">
              <a:extLst>
                <a:ext uri="{FF2B5EF4-FFF2-40B4-BE49-F238E27FC236}">
                  <a16:creationId xmlns:a16="http://schemas.microsoft.com/office/drawing/2014/main" xmlns="" id="{DB0265A5-B4E8-51CC-6B6A-E9B3246FD1EF}"/>
                </a:ext>
              </a:extLst>
            </p:cNvPr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82" name="Freeform 82">
                <a:extLst>
                  <a:ext uri="{FF2B5EF4-FFF2-40B4-BE49-F238E27FC236}">
                    <a16:creationId xmlns:a16="http://schemas.microsoft.com/office/drawing/2014/main" xmlns="" id="{A28E2FB6-CD11-73C0-E2A0-4B56A5BAB2AA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3" name="TextBox 83">
                <a:extLst>
                  <a:ext uri="{FF2B5EF4-FFF2-40B4-BE49-F238E27FC236}">
                    <a16:creationId xmlns:a16="http://schemas.microsoft.com/office/drawing/2014/main" xmlns="" id="{CAD03E3E-F9F1-BA87-F089-D1F7E02AF74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4" name="Group 84">
              <a:extLst>
                <a:ext uri="{FF2B5EF4-FFF2-40B4-BE49-F238E27FC236}">
                  <a16:creationId xmlns:a16="http://schemas.microsoft.com/office/drawing/2014/main" xmlns="" id="{77C20205-9CAD-4905-A670-142AC17D31BA}"/>
                </a:ext>
              </a:extLst>
            </p:cNvPr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85" name="Freeform 85">
                <a:extLst>
                  <a:ext uri="{FF2B5EF4-FFF2-40B4-BE49-F238E27FC236}">
                    <a16:creationId xmlns:a16="http://schemas.microsoft.com/office/drawing/2014/main" xmlns="" id="{13DE30A6-A2E2-B617-62D7-8CD46D4B2DCE}"/>
                  </a:ext>
                </a:extLst>
              </p:cNvPr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6" name="TextBox 86">
                <a:extLst>
                  <a:ext uri="{FF2B5EF4-FFF2-40B4-BE49-F238E27FC236}">
                    <a16:creationId xmlns:a16="http://schemas.microsoft.com/office/drawing/2014/main" xmlns="" id="{EB5C97FF-F6BD-157B-3BC4-A47C8A0E2B9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7" name="Group 87">
              <a:extLst>
                <a:ext uri="{FF2B5EF4-FFF2-40B4-BE49-F238E27FC236}">
                  <a16:creationId xmlns:a16="http://schemas.microsoft.com/office/drawing/2014/main" xmlns="" id="{95582412-0F97-25C2-877D-0643F094FD58}"/>
                </a:ext>
              </a:extLst>
            </p:cNvPr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xmlns="" id="{8164FA42-A248-E4A5-78C1-D43B246C9E17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9" name="TextBox 89">
                <a:extLst>
                  <a:ext uri="{FF2B5EF4-FFF2-40B4-BE49-F238E27FC236}">
                    <a16:creationId xmlns:a16="http://schemas.microsoft.com/office/drawing/2014/main" xmlns="" id="{40A5775C-F03D-7A05-8153-E22C3A4E6B7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0" name="Group 90">
              <a:extLst>
                <a:ext uri="{FF2B5EF4-FFF2-40B4-BE49-F238E27FC236}">
                  <a16:creationId xmlns:a16="http://schemas.microsoft.com/office/drawing/2014/main" xmlns="" id="{1AA2478F-AD4D-4A27-8437-20914DFD9804}"/>
                </a:ext>
              </a:extLst>
            </p:cNvPr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91" name="Freeform 91">
                <a:extLst>
                  <a:ext uri="{FF2B5EF4-FFF2-40B4-BE49-F238E27FC236}">
                    <a16:creationId xmlns:a16="http://schemas.microsoft.com/office/drawing/2014/main" xmlns="" id="{F9E91391-11A8-070E-18E0-784F266857CB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" name="TextBox 92">
                <a:extLst>
                  <a:ext uri="{FF2B5EF4-FFF2-40B4-BE49-F238E27FC236}">
                    <a16:creationId xmlns:a16="http://schemas.microsoft.com/office/drawing/2014/main" xmlns="" id="{B621C3ED-F025-2708-2AEA-0EBACD620BB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93" name="AutoShape 93">
              <a:extLst>
                <a:ext uri="{FF2B5EF4-FFF2-40B4-BE49-F238E27FC236}">
                  <a16:creationId xmlns:a16="http://schemas.microsoft.com/office/drawing/2014/main" xmlns="" id="{701653BC-76A5-7378-9249-4E2A5D8A06DE}"/>
                </a:ext>
              </a:extLst>
            </p:cNvPr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AutoShape 94">
              <a:extLst>
                <a:ext uri="{FF2B5EF4-FFF2-40B4-BE49-F238E27FC236}">
                  <a16:creationId xmlns:a16="http://schemas.microsoft.com/office/drawing/2014/main" xmlns="" id="{B44D1497-A9C3-4AD3-6160-412552100BA4}"/>
                </a:ext>
              </a:extLst>
            </p:cNvPr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AutoShape 95">
              <a:extLst>
                <a:ext uri="{FF2B5EF4-FFF2-40B4-BE49-F238E27FC236}">
                  <a16:creationId xmlns:a16="http://schemas.microsoft.com/office/drawing/2014/main" xmlns="" id="{600E8856-257A-14FE-DB18-3F405496B4F3}"/>
                </a:ext>
              </a:extLst>
            </p:cNvPr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96" name="Group 96">
              <a:extLst>
                <a:ext uri="{FF2B5EF4-FFF2-40B4-BE49-F238E27FC236}">
                  <a16:creationId xmlns:a16="http://schemas.microsoft.com/office/drawing/2014/main" xmlns="" id="{A762580A-931F-51A0-38CC-658E46E8D17B}"/>
                </a:ext>
              </a:extLst>
            </p:cNvPr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97" name="Freeform 97">
                <a:extLst>
                  <a:ext uri="{FF2B5EF4-FFF2-40B4-BE49-F238E27FC236}">
                    <a16:creationId xmlns:a16="http://schemas.microsoft.com/office/drawing/2014/main" xmlns="" id="{8A54313E-1185-3591-A0A4-A911874304BA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8" name="TextBox 98">
                <a:extLst>
                  <a:ext uri="{FF2B5EF4-FFF2-40B4-BE49-F238E27FC236}">
                    <a16:creationId xmlns:a16="http://schemas.microsoft.com/office/drawing/2014/main" xmlns="" id="{345B8C98-8CAD-3A8B-7F88-FA774AB99F2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9" name="Group 99">
              <a:extLst>
                <a:ext uri="{FF2B5EF4-FFF2-40B4-BE49-F238E27FC236}">
                  <a16:creationId xmlns:a16="http://schemas.microsoft.com/office/drawing/2014/main" xmlns="" id="{945D47F0-554A-FC17-B2AE-21689476D23D}"/>
                </a:ext>
              </a:extLst>
            </p:cNvPr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100" name="Freeform 100">
                <a:extLst>
                  <a:ext uri="{FF2B5EF4-FFF2-40B4-BE49-F238E27FC236}">
                    <a16:creationId xmlns:a16="http://schemas.microsoft.com/office/drawing/2014/main" xmlns="" id="{690A5C5D-5AF5-E30B-B8EC-FF3A6520C844}"/>
                  </a:ext>
                </a:extLst>
              </p:cNvPr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>
                <a:extLst>
                  <a:ext uri="{FF2B5EF4-FFF2-40B4-BE49-F238E27FC236}">
                    <a16:creationId xmlns:a16="http://schemas.microsoft.com/office/drawing/2014/main" xmlns="" id="{07F4D032-A0A0-6452-ADB3-5363DADC219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2" name="Group 102">
              <a:extLst>
                <a:ext uri="{FF2B5EF4-FFF2-40B4-BE49-F238E27FC236}">
                  <a16:creationId xmlns:a16="http://schemas.microsoft.com/office/drawing/2014/main" xmlns="" id="{78C31651-C9A8-C7E6-0B93-055213FE4126}"/>
                </a:ext>
              </a:extLst>
            </p:cNvPr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103" name="Freeform 103">
                <a:extLst>
                  <a:ext uri="{FF2B5EF4-FFF2-40B4-BE49-F238E27FC236}">
                    <a16:creationId xmlns:a16="http://schemas.microsoft.com/office/drawing/2014/main" xmlns="" id="{A005B4F0-7922-0E24-1185-152152D4A613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4" name="TextBox 104">
                <a:extLst>
                  <a:ext uri="{FF2B5EF4-FFF2-40B4-BE49-F238E27FC236}">
                    <a16:creationId xmlns:a16="http://schemas.microsoft.com/office/drawing/2014/main" xmlns="" id="{B09C1B58-028E-8A7C-3C15-7A6109A1C9C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5" name="Group 105">
              <a:extLst>
                <a:ext uri="{FF2B5EF4-FFF2-40B4-BE49-F238E27FC236}">
                  <a16:creationId xmlns:a16="http://schemas.microsoft.com/office/drawing/2014/main" xmlns="" id="{E6271091-9940-2579-0B92-37549192BC67}"/>
                </a:ext>
              </a:extLst>
            </p:cNvPr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106" name="Freeform 106">
                <a:extLst>
                  <a:ext uri="{FF2B5EF4-FFF2-40B4-BE49-F238E27FC236}">
                    <a16:creationId xmlns:a16="http://schemas.microsoft.com/office/drawing/2014/main" xmlns="" id="{F23FFB01-161E-D7D6-0B6C-D71CD986A1E2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7" name="TextBox 107">
                <a:extLst>
                  <a:ext uri="{FF2B5EF4-FFF2-40B4-BE49-F238E27FC236}">
                    <a16:creationId xmlns:a16="http://schemas.microsoft.com/office/drawing/2014/main" xmlns="" id="{5A4E7F03-47C5-CFEA-67D3-206972CB07A6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8" name="Group 108">
              <a:extLst>
                <a:ext uri="{FF2B5EF4-FFF2-40B4-BE49-F238E27FC236}">
                  <a16:creationId xmlns:a16="http://schemas.microsoft.com/office/drawing/2014/main" xmlns="" id="{8E8D6CEF-1919-F4E3-80A5-550553E5A94A}"/>
                </a:ext>
              </a:extLst>
            </p:cNvPr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109" name="Freeform 109">
                <a:extLst>
                  <a:ext uri="{FF2B5EF4-FFF2-40B4-BE49-F238E27FC236}">
                    <a16:creationId xmlns:a16="http://schemas.microsoft.com/office/drawing/2014/main" xmlns="" id="{A0401386-A1EF-BB20-9392-C9C8D83AAE09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0" name="TextBox 110">
                <a:extLst>
                  <a:ext uri="{FF2B5EF4-FFF2-40B4-BE49-F238E27FC236}">
                    <a16:creationId xmlns:a16="http://schemas.microsoft.com/office/drawing/2014/main" xmlns="" id="{7AECCA74-1D95-2A81-4474-FF54995512ED}"/>
                  </a:ext>
                </a:extLst>
              </p:cNvPr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1" name="Group 111">
              <a:extLst>
                <a:ext uri="{FF2B5EF4-FFF2-40B4-BE49-F238E27FC236}">
                  <a16:creationId xmlns:a16="http://schemas.microsoft.com/office/drawing/2014/main" xmlns="" id="{1DF7B4C1-ABA5-2E42-6064-2329D6688833}"/>
                </a:ext>
              </a:extLst>
            </p:cNvPr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112" name="Freeform 112">
                <a:extLst>
                  <a:ext uri="{FF2B5EF4-FFF2-40B4-BE49-F238E27FC236}">
                    <a16:creationId xmlns:a16="http://schemas.microsoft.com/office/drawing/2014/main" xmlns="" id="{362F4989-C9A4-88E1-8FBB-970A3C23684D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3" name="TextBox 113">
                <a:extLst>
                  <a:ext uri="{FF2B5EF4-FFF2-40B4-BE49-F238E27FC236}">
                    <a16:creationId xmlns:a16="http://schemas.microsoft.com/office/drawing/2014/main" xmlns="" id="{6A7C7B82-A0BC-F62B-D9FB-B5E149954BB3}"/>
                  </a:ext>
                </a:extLst>
              </p:cNvPr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4" name="Group 114">
              <a:extLst>
                <a:ext uri="{FF2B5EF4-FFF2-40B4-BE49-F238E27FC236}">
                  <a16:creationId xmlns:a16="http://schemas.microsoft.com/office/drawing/2014/main" xmlns="" id="{A1CDE3AD-8511-FAFC-35B6-F85BF47E574B}"/>
                </a:ext>
              </a:extLst>
            </p:cNvPr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115" name="Freeform 115">
                <a:extLst>
                  <a:ext uri="{FF2B5EF4-FFF2-40B4-BE49-F238E27FC236}">
                    <a16:creationId xmlns:a16="http://schemas.microsoft.com/office/drawing/2014/main" xmlns="" id="{3EAD24D1-0F29-E401-9588-27294D8B5375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6" name="TextBox 116">
                <a:extLst>
                  <a:ext uri="{FF2B5EF4-FFF2-40B4-BE49-F238E27FC236}">
                    <a16:creationId xmlns:a16="http://schemas.microsoft.com/office/drawing/2014/main" xmlns="" id="{47F68579-883D-B14B-EE03-A3521CD50915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pic>
        <p:nvPicPr>
          <p:cNvPr id="118" name="그림 117" descr="그래픽, 클립아트, 다채로움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00DF5327-9B74-ECA7-0151-49280D98E1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933" y="2460108"/>
            <a:ext cx="1754534" cy="2241420"/>
          </a:xfrm>
          <a:prstGeom prst="rect">
            <a:avLst/>
          </a:prstGeom>
        </p:spPr>
      </p:pic>
      <p:pic>
        <p:nvPicPr>
          <p:cNvPr id="126" name="그림 125" descr="폰트, 그래픽, 텍스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8DDA2F1B-EE92-1E5D-0551-939DF3DE80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35" y="6698729"/>
            <a:ext cx="2662564" cy="1812022"/>
          </a:xfrm>
          <a:prstGeom prst="rect">
            <a:avLst/>
          </a:prstGeom>
        </p:spPr>
      </p:pic>
      <p:pic>
        <p:nvPicPr>
          <p:cNvPr id="127" name="Google Shape;133;p17">
            <a:extLst>
              <a:ext uri="{FF2B5EF4-FFF2-40B4-BE49-F238E27FC236}">
                <a16:creationId xmlns:a16="http://schemas.microsoft.com/office/drawing/2014/main" xmlns="" id="{F424903C-C588-B6A3-A016-6294EA6D48B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536300" y="6049773"/>
            <a:ext cx="2582730" cy="25827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xmlns="" id="{2B68670F-6ABF-7206-6313-AF560FABCC95}"/>
              </a:ext>
            </a:extLst>
          </p:cNvPr>
          <p:cNvCxnSpPr>
            <a:cxnSpLocks/>
          </p:cNvCxnSpPr>
          <p:nvPr/>
        </p:nvCxnSpPr>
        <p:spPr>
          <a:xfrm flipH="1" flipV="1">
            <a:off x="10568341" y="4144704"/>
            <a:ext cx="2967959" cy="178676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5E097965-5455-42AC-78FA-AF0059F9B3C7}"/>
              </a:ext>
            </a:extLst>
          </p:cNvPr>
          <p:cNvSpPr txBox="1"/>
          <p:nvPr/>
        </p:nvSpPr>
        <p:spPr>
          <a:xfrm>
            <a:off x="12038374" y="3853097"/>
            <a:ext cx="3370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210 국민체조" panose="020B0600000101010101" charset="-127"/>
                <a:ea typeface="210 국민체조" panose="020B0600000101010101" charset="-127"/>
              </a:rPr>
              <a:t>온도</a:t>
            </a:r>
            <a:r>
              <a:rPr lang="en-US" altLang="ko-KR" sz="3200" dirty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>
                <a:latin typeface="210 국민체조" panose="020B0600000101010101" charset="-127"/>
                <a:ea typeface="210 국민체조" panose="020B0600000101010101" charset="-127"/>
              </a:rPr>
              <a:t>습도 값 전달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xmlns="" id="{A59757F8-E1B6-3236-D1E4-F445ADABEA15}"/>
              </a:ext>
            </a:extLst>
          </p:cNvPr>
          <p:cNvCxnSpPr>
            <a:cxnSpLocks/>
          </p:cNvCxnSpPr>
          <p:nvPr/>
        </p:nvCxnSpPr>
        <p:spPr>
          <a:xfrm flipH="1">
            <a:off x="5013053" y="4167627"/>
            <a:ext cx="2564113" cy="190140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8F1DA7CD-5A30-63F8-F5EA-D77843B4FFD2}"/>
              </a:ext>
            </a:extLst>
          </p:cNvPr>
          <p:cNvSpPr txBox="1"/>
          <p:nvPr/>
        </p:nvSpPr>
        <p:spPr>
          <a:xfrm>
            <a:off x="2472404" y="3700070"/>
            <a:ext cx="52016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온도</a:t>
            </a:r>
            <a:r>
              <a:rPr lang="en-US" altLang="ko-KR" sz="3200" dirty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>
                <a:latin typeface="210 국민체조" panose="020B0600000101010101" charset="-127"/>
                <a:ea typeface="210 국민체조" panose="020B0600000101010101" charset="-127"/>
              </a:rPr>
              <a:t>습도 값 요청</a:t>
            </a:r>
            <a:endParaRPr lang="en-US" altLang="ko-KR" sz="3200" dirty="0">
              <a:latin typeface="210 국민체조" panose="020B0600000101010101" charset="-127"/>
              <a:ea typeface="210 국민체조" panose="020B0600000101010101" charset="-127"/>
            </a:endParaRPr>
          </a:p>
          <a:p>
            <a:pPr algn="ctr"/>
            <a:r>
              <a:rPr lang="en-US" altLang="ko-KR" sz="3200" dirty="0">
                <a:latin typeface="210 국민체조" panose="020B0600000101010101" charset="-127"/>
                <a:ea typeface="210 국민체조" panose="020B0600000101010101" charset="-127"/>
              </a:rPr>
              <a:t>=&gt;LCD </a:t>
            </a:r>
            <a:r>
              <a:rPr lang="ko-KR" altLang="en-US" sz="3200" dirty="0">
                <a:latin typeface="210 국민체조" panose="020B0600000101010101" charset="-127"/>
                <a:ea typeface="210 국민체조" panose="020B0600000101010101" charset="-127"/>
              </a:rPr>
              <a:t>출력 </a:t>
            </a:r>
            <a:endParaRPr lang="en-US" altLang="ko-KR" sz="32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xmlns="" id="{5E097965-5455-42AC-78FA-AF0059F9B3C7}"/>
              </a:ext>
            </a:extLst>
          </p:cNvPr>
          <p:cNvSpPr txBox="1"/>
          <p:nvPr/>
        </p:nvSpPr>
        <p:spPr>
          <a:xfrm>
            <a:off x="6583354" y="4948864"/>
            <a:ext cx="52094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210 국민체조" panose="020B0600000101010101" charset="-127"/>
                <a:ea typeface="210 국민체조" panose="020B0600000101010101" charset="-127"/>
              </a:rPr>
              <a:t>온도</a:t>
            </a:r>
            <a:r>
              <a:rPr lang="en-US" altLang="ko-KR" sz="3200" dirty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습도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,</a:t>
            </a:r>
          </a:p>
          <a:p>
            <a:pPr algn="ctr"/>
            <a:r>
              <a:rPr lang="ko-KR" altLang="en-US" sz="3200" dirty="0" err="1" smtClean="0">
                <a:latin typeface="210 국민체조" panose="020B0600000101010101" charset="-127"/>
                <a:ea typeface="210 국민체조" panose="020B0600000101010101" charset="-127"/>
              </a:rPr>
              <a:t>입력값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(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최소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/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최대 온도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습도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), AI </a:t>
            </a:r>
            <a:r>
              <a:rPr lang="ko-KR" altLang="en-US" sz="3200" dirty="0" err="1" smtClean="0">
                <a:latin typeface="210 국민체조" panose="020B0600000101010101" charset="-127"/>
                <a:ea typeface="210 국민체조" panose="020B0600000101010101" charset="-127"/>
              </a:rPr>
              <a:t>예측값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기록 시간 </a:t>
            </a:r>
            <a:endParaRPr lang="ko-KR" altLang="en-US" sz="32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xmlns="" id="{A59757F8-E1B6-3236-D1E4-F445ADABEA15}"/>
              </a:ext>
            </a:extLst>
          </p:cNvPr>
          <p:cNvCxnSpPr>
            <a:cxnSpLocks/>
          </p:cNvCxnSpPr>
          <p:nvPr/>
        </p:nvCxnSpPr>
        <p:spPr>
          <a:xfrm flipV="1">
            <a:off x="5239547" y="4358671"/>
            <a:ext cx="2530629" cy="19011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xmlns="" id="{A59757F8-E1B6-3236-D1E4-F445ADABEA15}"/>
              </a:ext>
            </a:extLst>
          </p:cNvPr>
          <p:cNvCxnSpPr>
            <a:cxnSpLocks/>
          </p:cNvCxnSpPr>
          <p:nvPr/>
        </p:nvCxnSpPr>
        <p:spPr>
          <a:xfrm>
            <a:off x="10744200" y="3924300"/>
            <a:ext cx="2987646" cy="181682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858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0221054-57FE-6079-529C-6EE662B9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419A4019-8A7F-0067-2B78-918C4F9B0137}"/>
              </a:ext>
            </a:extLst>
          </p:cNvPr>
          <p:cNvGrpSpPr/>
          <p:nvPr/>
        </p:nvGrpSpPr>
        <p:grpSpPr>
          <a:xfrm>
            <a:off x="-1147701" y="-94140"/>
            <a:ext cx="20715765" cy="10381140"/>
            <a:chOff x="0" y="0"/>
            <a:chExt cx="27621019" cy="1384152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9BEAE7B5-2911-0222-DCBC-56E506C91826}"/>
                </a:ext>
              </a:extLst>
            </p:cNvPr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1158DA74-A22C-2FE7-9384-4351C14221DF}"/>
                </a:ext>
              </a:extLst>
            </p:cNvPr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xmlns="" id="{CD50C622-E248-5031-60F3-EB97EDA83A94}"/>
                </a:ext>
              </a:extLst>
            </p:cNvPr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18B9712B-0734-168D-1574-EC1A460F61AA}"/>
                </a:ext>
              </a:extLst>
            </p:cNvPr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53EA8AEE-99BA-11D2-43A7-02550F6C634F}"/>
                </a:ext>
              </a:extLst>
            </p:cNvPr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39A13A84-C05E-CC01-C046-44421037829F}"/>
                </a:ext>
              </a:extLst>
            </p:cNvPr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FF50A612-E947-9A1B-3C97-A78430771CC8}"/>
                </a:ext>
              </a:extLst>
            </p:cNvPr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E73D6674-B499-2CC7-27F5-80E41CDF6BB4}"/>
                </a:ext>
              </a:extLst>
            </p:cNvPr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0DB4E044-C835-7B23-6A31-8FDFCBC71F8C}"/>
              </a:ext>
            </a:extLst>
          </p:cNvPr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xmlns="" id="{A266F8AF-64C8-CAFC-984F-357B9E232CBB}"/>
                </a:ext>
              </a:extLst>
            </p:cNvPr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xmlns="" id="{F9758648-63E2-07CB-5E76-E60A7B16AE17}"/>
                  </a:ext>
                </a:extLst>
              </p:cNvPr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xmlns="" id="{3064E305-A41C-5208-0595-91DFC437392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xmlns="" id="{A1448D58-9B28-8DF1-71E8-C54014BC1901}"/>
                </a:ext>
              </a:extLst>
            </p:cNvPr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xmlns="" id="{FCEC605F-938C-7413-0E71-8B4C30B8E264}"/>
                  </a:ext>
                </a:extLst>
              </p:cNvPr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xmlns="" id="{75DC7722-82FA-6768-EF3C-7B6AECF8296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xmlns="" id="{074E12F3-9D05-87C2-E949-AB2C5875A77F}"/>
                </a:ext>
              </a:extLst>
            </p:cNvPr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xmlns="" id="{F624637B-40C9-C25A-E92C-17124328C227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xmlns="" id="{70F6AAF0-FAB5-D7B9-CB6E-C5FEF55034A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28" name="TextBox 28">
            <a:extLst>
              <a:ext uri="{FF2B5EF4-FFF2-40B4-BE49-F238E27FC236}">
                <a16:creationId xmlns:a16="http://schemas.microsoft.com/office/drawing/2014/main" xmlns="" id="{62D5C322-8E8E-59E6-CDEF-702D59CE4414}"/>
              </a:ext>
            </a:extLst>
          </p:cNvPr>
          <p:cNvSpPr txBox="1"/>
          <p:nvPr/>
        </p:nvSpPr>
        <p:spPr>
          <a:xfrm>
            <a:off x="1243131" y="14965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03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xmlns="" id="{34D3C84A-6BA7-05FD-0585-84E89636C08F}"/>
              </a:ext>
            </a:extLst>
          </p:cNvPr>
          <p:cNvSpPr txBox="1"/>
          <p:nvPr/>
        </p:nvSpPr>
        <p:spPr>
          <a:xfrm>
            <a:off x="2580416" y="1414049"/>
            <a:ext cx="611027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ko-KR" altLang="en-US" sz="69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구성도</a:t>
            </a:r>
            <a:endParaRPr lang="en-US" sz="6999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68" name="Group 68">
            <a:extLst>
              <a:ext uri="{FF2B5EF4-FFF2-40B4-BE49-F238E27FC236}">
                <a16:creationId xmlns:a16="http://schemas.microsoft.com/office/drawing/2014/main" xmlns="" id="{702CC11E-F155-2CD7-20B6-40C43FD77A66}"/>
              </a:ext>
            </a:extLst>
          </p:cNvPr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69" name="Group 69">
              <a:extLst>
                <a:ext uri="{FF2B5EF4-FFF2-40B4-BE49-F238E27FC236}">
                  <a16:creationId xmlns:a16="http://schemas.microsoft.com/office/drawing/2014/main" xmlns="" id="{D782118C-C6D5-60FC-A40B-4537FAE13DC2}"/>
                </a:ext>
              </a:extLst>
            </p:cNvPr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70" name="Freeform 70">
                <a:extLst>
                  <a:ext uri="{FF2B5EF4-FFF2-40B4-BE49-F238E27FC236}">
                    <a16:creationId xmlns:a16="http://schemas.microsoft.com/office/drawing/2014/main" xmlns="" id="{B260B631-52A5-DB1D-A84D-E76571760C10}"/>
                  </a:ext>
                </a:extLst>
              </p:cNvPr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TextBox 71">
                <a:extLst>
                  <a:ext uri="{FF2B5EF4-FFF2-40B4-BE49-F238E27FC236}">
                    <a16:creationId xmlns:a16="http://schemas.microsoft.com/office/drawing/2014/main" xmlns="" id="{278B89E2-43A8-A43F-2346-663D8C8386D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2" name="Group 72">
              <a:extLst>
                <a:ext uri="{FF2B5EF4-FFF2-40B4-BE49-F238E27FC236}">
                  <a16:creationId xmlns:a16="http://schemas.microsoft.com/office/drawing/2014/main" xmlns="" id="{3FCA38D6-5D3B-F16C-DBDA-9D263F4E9277}"/>
                </a:ext>
              </a:extLst>
            </p:cNvPr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73" name="Freeform 73">
                <a:extLst>
                  <a:ext uri="{FF2B5EF4-FFF2-40B4-BE49-F238E27FC236}">
                    <a16:creationId xmlns:a16="http://schemas.microsoft.com/office/drawing/2014/main" xmlns="" id="{A96D8930-2181-C18F-8428-3D58643E303B}"/>
                  </a:ext>
                </a:extLst>
              </p:cNvPr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>
                <a:extLst>
                  <a:ext uri="{FF2B5EF4-FFF2-40B4-BE49-F238E27FC236}">
                    <a16:creationId xmlns:a16="http://schemas.microsoft.com/office/drawing/2014/main" xmlns="" id="{164B784B-F92F-515B-0BF6-BF2D8D954E5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xmlns="" id="{E1859402-2A3D-2AE6-4AC0-67D2B29DE269}"/>
                </a:ext>
              </a:extLst>
            </p:cNvPr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xmlns="" id="{C52CD8EA-9533-81FE-0264-8627FBE2D4C9}"/>
                  </a:ext>
                </a:extLst>
              </p:cNvPr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TextBox 77">
                <a:extLst>
                  <a:ext uri="{FF2B5EF4-FFF2-40B4-BE49-F238E27FC236}">
                    <a16:creationId xmlns:a16="http://schemas.microsoft.com/office/drawing/2014/main" xmlns="" id="{8B0EE8B9-6FAE-B8CA-9BF8-3CEAE00C031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8" name="Group 78">
              <a:extLst>
                <a:ext uri="{FF2B5EF4-FFF2-40B4-BE49-F238E27FC236}">
                  <a16:creationId xmlns:a16="http://schemas.microsoft.com/office/drawing/2014/main" xmlns="" id="{73E3E705-B319-4DF9-7A89-9CB686F7C4FA}"/>
                </a:ext>
              </a:extLst>
            </p:cNvPr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79" name="Freeform 79">
                <a:extLst>
                  <a:ext uri="{FF2B5EF4-FFF2-40B4-BE49-F238E27FC236}">
                    <a16:creationId xmlns:a16="http://schemas.microsoft.com/office/drawing/2014/main" xmlns="" id="{31B2A8CB-80D2-F860-6B7B-5AD30C3EC892}"/>
                  </a:ext>
                </a:extLst>
              </p:cNvPr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0" name="TextBox 80">
                <a:extLst>
                  <a:ext uri="{FF2B5EF4-FFF2-40B4-BE49-F238E27FC236}">
                    <a16:creationId xmlns:a16="http://schemas.microsoft.com/office/drawing/2014/main" xmlns="" id="{8162C909-238A-5C60-E73F-556312FCFB9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1" name="Group 81">
              <a:extLst>
                <a:ext uri="{FF2B5EF4-FFF2-40B4-BE49-F238E27FC236}">
                  <a16:creationId xmlns:a16="http://schemas.microsoft.com/office/drawing/2014/main" xmlns="" id="{A15E002F-5CC0-03AA-6061-9ABBAD874FCB}"/>
                </a:ext>
              </a:extLst>
            </p:cNvPr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82" name="Freeform 82">
                <a:extLst>
                  <a:ext uri="{FF2B5EF4-FFF2-40B4-BE49-F238E27FC236}">
                    <a16:creationId xmlns:a16="http://schemas.microsoft.com/office/drawing/2014/main" xmlns="" id="{41D9CABB-F708-1913-B2C9-510860C92854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3" name="TextBox 83">
                <a:extLst>
                  <a:ext uri="{FF2B5EF4-FFF2-40B4-BE49-F238E27FC236}">
                    <a16:creationId xmlns:a16="http://schemas.microsoft.com/office/drawing/2014/main" xmlns="" id="{5D894759-EDE8-9666-A351-543DAA65398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4" name="Group 84">
              <a:extLst>
                <a:ext uri="{FF2B5EF4-FFF2-40B4-BE49-F238E27FC236}">
                  <a16:creationId xmlns:a16="http://schemas.microsoft.com/office/drawing/2014/main" xmlns="" id="{1E22644F-89DB-73DB-74C8-8344CA6A6909}"/>
                </a:ext>
              </a:extLst>
            </p:cNvPr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85" name="Freeform 85">
                <a:extLst>
                  <a:ext uri="{FF2B5EF4-FFF2-40B4-BE49-F238E27FC236}">
                    <a16:creationId xmlns:a16="http://schemas.microsoft.com/office/drawing/2014/main" xmlns="" id="{A4533BFB-87E4-7D81-B23B-42D7D253AAF2}"/>
                  </a:ext>
                </a:extLst>
              </p:cNvPr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6" name="TextBox 86">
                <a:extLst>
                  <a:ext uri="{FF2B5EF4-FFF2-40B4-BE49-F238E27FC236}">
                    <a16:creationId xmlns:a16="http://schemas.microsoft.com/office/drawing/2014/main" xmlns="" id="{73D96A2A-D818-850D-196C-F587AB8CFCD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7" name="Group 87">
              <a:extLst>
                <a:ext uri="{FF2B5EF4-FFF2-40B4-BE49-F238E27FC236}">
                  <a16:creationId xmlns:a16="http://schemas.microsoft.com/office/drawing/2014/main" xmlns="" id="{6C676950-6E77-91CC-C9ED-9066BE186E98}"/>
                </a:ext>
              </a:extLst>
            </p:cNvPr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xmlns="" id="{F0D28B3B-ABD3-257E-5738-B9F75B9786CC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9" name="TextBox 89">
                <a:extLst>
                  <a:ext uri="{FF2B5EF4-FFF2-40B4-BE49-F238E27FC236}">
                    <a16:creationId xmlns:a16="http://schemas.microsoft.com/office/drawing/2014/main" xmlns="" id="{9953E360-E3FD-2254-20B4-154288BCCAE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0" name="Group 90">
              <a:extLst>
                <a:ext uri="{FF2B5EF4-FFF2-40B4-BE49-F238E27FC236}">
                  <a16:creationId xmlns:a16="http://schemas.microsoft.com/office/drawing/2014/main" xmlns="" id="{361DFBF6-8492-EF81-A49F-B901F678250B}"/>
                </a:ext>
              </a:extLst>
            </p:cNvPr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91" name="Freeform 91">
                <a:extLst>
                  <a:ext uri="{FF2B5EF4-FFF2-40B4-BE49-F238E27FC236}">
                    <a16:creationId xmlns:a16="http://schemas.microsoft.com/office/drawing/2014/main" xmlns="" id="{6B4A629A-45FB-D2F5-C0BD-978C917C5015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" name="TextBox 92">
                <a:extLst>
                  <a:ext uri="{FF2B5EF4-FFF2-40B4-BE49-F238E27FC236}">
                    <a16:creationId xmlns:a16="http://schemas.microsoft.com/office/drawing/2014/main" xmlns="" id="{6E083E4A-5984-F959-9793-9FC7BFAAA01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93" name="AutoShape 93">
              <a:extLst>
                <a:ext uri="{FF2B5EF4-FFF2-40B4-BE49-F238E27FC236}">
                  <a16:creationId xmlns:a16="http://schemas.microsoft.com/office/drawing/2014/main" xmlns="" id="{159172E7-7275-6120-FAB6-447A06806735}"/>
                </a:ext>
              </a:extLst>
            </p:cNvPr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AutoShape 94">
              <a:extLst>
                <a:ext uri="{FF2B5EF4-FFF2-40B4-BE49-F238E27FC236}">
                  <a16:creationId xmlns:a16="http://schemas.microsoft.com/office/drawing/2014/main" xmlns="" id="{6AFFFC43-143D-9485-88BB-E7D48300F72C}"/>
                </a:ext>
              </a:extLst>
            </p:cNvPr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AutoShape 95">
              <a:extLst>
                <a:ext uri="{FF2B5EF4-FFF2-40B4-BE49-F238E27FC236}">
                  <a16:creationId xmlns:a16="http://schemas.microsoft.com/office/drawing/2014/main" xmlns="" id="{A6AEBB15-CA22-E45A-D00F-1F71CB7741FB}"/>
                </a:ext>
              </a:extLst>
            </p:cNvPr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96" name="Group 96">
              <a:extLst>
                <a:ext uri="{FF2B5EF4-FFF2-40B4-BE49-F238E27FC236}">
                  <a16:creationId xmlns:a16="http://schemas.microsoft.com/office/drawing/2014/main" xmlns="" id="{D43BCA25-95B2-A59E-5AFF-58711144798C}"/>
                </a:ext>
              </a:extLst>
            </p:cNvPr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97" name="Freeform 97">
                <a:extLst>
                  <a:ext uri="{FF2B5EF4-FFF2-40B4-BE49-F238E27FC236}">
                    <a16:creationId xmlns:a16="http://schemas.microsoft.com/office/drawing/2014/main" xmlns="" id="{5FC6D79C-8164-B4A4-206B-A4A5391D30A8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8" name="TextBox 98">
                <a:extLst>
                  <a:ext uri="{FF2B5EF4-FFF2-40B4-BE49-F238E27FC236}">
                    <a16:creationId xmlns:a16="http://schemas.microsoft.com/office/drawing/2014/main" xmlns="" id="{8874B901-9860-9554-5CF9-9B2DDBC476D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9" name="Group 99">
              <a:extLst>
                <a:ext uri="{FF2B5EF4-FFF2-40B4-BE49-F238E27FC236}">
                  <a16:creationId xmlns:a16="http://schemas.microsoft.com/office/drawing/2014/main" xmlns="" id="{453BF150-4420-B5CE-F9B9-D48FCE3F52A2}"/>
                </a:ext>
              </a:extLst>
            </p:cNvPr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100" name="Freeform 100">
                <a:extLst>
                  <a:ext uri="{FF2B5EF4-FFF2-40B4-BE49-F238E27FC236}">
                    <a16:creationId xmlns:a16="http://schemas.microsoft.com/office/drawing/2014/main" xmlns="" id="{3BA19648-AB9E-97C2-1F0A-31F9F256A2DA}"/>
                  </a:ext>
                </a:extLst>
              </p:cNvPr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>
                <a:extLst>
                  <a:ext uri="{FF2B5EF4-FFF2-40B4-BE49-F238E27FC236}">
                    <a16:creationId xmlns:a16="http://schemas.microsoft.com/office/drawing/2014/main" xmlns="" id="{2663CE60-0636-A5E8-983A-894B654DC5B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2" name="Group 102">
              <a:extLst>
                <a:ext uri="{FF2B5EF4-FFF2-40B4-BE49-F238E27FC236}">
                  <a16:creationId xmlns:a16="http://schemas.microsoft.com/office/drawing/2014/main" xmlns="" id="{A97845FA-9F71-A7CE-A7BF-81717292C236}"/>
                </a:ext>
              </a:extLst>
            </p:cNvPr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103" name="Freeform 103">
                <a:extLst>
                  <a:ext uri="{FF2B5EF4-FFF2-40B4-BE49-F238E27FC236}">
                    <a16:creationId xmlns:a16="http://schemas.microsoft.com/office/drawing/2014/main" xmlns="" id="{FA2AAFA8-672D-AD62-9929-629390CC23D0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4" name="TextBox 104">
                <a:extLst>
                  <a:ext uri="{FF2B5EF4-FFF2-40B4-BE49-F238E27FC236}">
                    <a16:creationId xmlns:a16="http://schemas.microsoft.com/office/drawing/2014/main" xmlns="" id="{17473BDD-9895-E83F-CDF1-40F6088993F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5" name="Group 105">
              <a:extLst>
                <a:ext uri="{FF2B5EF4-FFF2-40B4-BE49-F238E27FC236}">
                  <a16:creationId xmlns:a16="http://schemas.microsoft.com/office/drawing/2014/main" xmlns="" id="{F283034B-C15B-EE40-19EE-366ABE1EAA1F}"/>
                </a:ext>
              </a:extLst>
            </p:cNvPr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106" name="Freeform 106">
                <a:extLst>
                  <a:ext uri="{FF2B5EF4-FFF2-40B4-BE49-F238E27FC236}">
                    <a16:creationId xmlns:a16="http://schemas.microsoft.com/office/drawing/2014/main" xmlns="" id="{F6424E98-E225-1001-B22C-F70D15F409B3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7" name="TextBox 107">
                <a:extLst>
                  <a:ext uri="{FF2B5EF4-FFF2-40B4-BE49-F238E27FC236}">
                    <a16:creationId xmlns:a16="http://schemas.microsoft.com/office/drawing/2014/main" xmlns="" id="{CDF332C4-C14D-CD0E-FC82-67D316CF1AD3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8" name="Group 108">
              <a:extLst>
                <a:ext uri="{FF2B5EF4-FFF2-40B4-BE49-F238E27FC236}">
                  <a16:creationId xmlns:a16="http://schemas.microsoft.com/office/drawing/2014/main" xmlns="" id="{F0B5AC45-3780-597C-B50E-CF32ECCD231E}"/>
                </a:ext>
              </a:extLst>
            </p:cNvPr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109" name="Freeform 109">
                <a:extLst>
                  <a:ext uri="{FF2B5EF4-FFF2-40B4-BE49-F238E27FC236}">
                    <a16:creationId xmlns:a16="http://schemas.microsoft.com/office/drawing/2014/main" xmlns="" id="{2F34EA05-EEE0-40CC-6AA8-09950DFA54BB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0" name="TextBox 110">
                <a:extLst>
                  <a:ext uri="{FF2B5EF4-FFF2-40B4-BE49-F238E27FC236}">
                    <a16:creationId xmlns:a16="http://schemas.microsoft.com/office/drawing/2014/main" xmlns="" id="{85A529C9-D066-2008-731D-E790ED8A2D3D}"/>
                  </a:ext>
                </a:extLst>
              </p:cNvPr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1" name="Group 111">
              <a:extLst>
                <a:ext uri="{FF2B5EF4-FFF2-40B4-BE49-F238E27FC236}">
                  <a16:creationId xmlns:a16="http://schemas.microsoft.com/office/drawing/2014/main" xmlns="" id="{D2E7BA7B-9141-A6EE-98F7-8CDDEEE7FEC1}"/>
                </a:ext>
              </a:extLst>
            </p:cNvPr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112" name="Freeform 112">
                <a:extLst>
                  <a:ext uri="{FF2B5EF4-FFF2-40B4-BE49-F238E27FC236}">
                    <a16:creationId xmlns:a16="http://schemas.microsoft.com/office/drawing/2014/main" xmlns="" id="{4F314E67-7A08-E4B2-AFE9-CA26E3AE97C7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3" name="TextBox 113">
                <a:extLst>
                  <a:ext uri="{FF2B5EF4-FFF2-40B4-BE49-F238E27FC236}">
                    <a16:creationId xmlns:a16="http://schemas.microsoft.com/office/drawing/2014/main" xmlns="" id="{93A02849-2F3D-DA6A-8BFB-4E80B5F3EE62}"/>
                  </a:ext>
                </a:extLst>
              </p:cNvPr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4" name="Group 114">
              <a:extLst>
                <a:ext uri="{FF2B5EF4-FFF2-40B4-BE49-F238E27FC236}">
                  <a16:creationId xmlns:a16="http://schemas.microsoft.com/office/drawing/2014/main" xmlns="" id="{786FA585-CC00-288B-8D29-BB9CBC4C8520}"/>
                </a:ext>
              </a:extLst>
            </p:cNvPr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115" name="Freeform 115">
                <a:extLst>
                  <a:ext uri="{FF2B5EF4-FFF2-40B4-BE49-F238E27FC236}">
                    <a16:creationId xmlns:a16="http://schemas.microsoft.com/office/drawing/2014/main" xmlns="" id="{E06D018E-11A0-1E97-2588-BC3C39A70777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6" name="TextBox 116">
                <a:extLst>
                  <a:ext uri="{FF2B5EF4-FFF2-40B4-BE49-F238E27FC236}">
                    <a16:creationId xmlns:a16="http://schemas.microsoft.com/office/drawing/2014/main" xmlns="" id="{39858FAC-70D6-F1FA-4EC3-27636EAF1266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6E0A88B-552A-5210-4DB8-DED9A1821C19}"/>
              </a:ext>
            </a:extLst>
          </p:cNvPr>
          <p:cNvSpPr txBox="1"/>
          <p:nvPr/>
        </p:nvSpPr>
        <p:spPr>
          <a:xfrm>
            <a:off x="7543390" y="1760737"/>
            <a:ext cx="40644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종관기상관측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(ASOS)</a:t>
            </a:r>
          </a:p>
          <a:p>
            <a:pPr algn="ctr"/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시간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일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월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연 데이터 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/>
            </a:r>
            <a:b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</a:b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약 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35,000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개 학습 </a:t>
            </a:r>
            <a:endParaRPr lang="ko-KR" altLang="en-US" sz="32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pic>
        <p:nvPicPr>
          <p:cNvPr id="117" name="그림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8579" y="4217923"/>
            <a:ext cx="3273444" cy="3273438"/>
          </a:xfrm>
          <a:prstGeom prst="rect">
            <a:avLst/>
          </a:prstGeom>
        </p:spPr>
      </p:pic>
      <p:cxnSp>
        <p:nvCxnSpPr>
          <p:cNvPr id="121" name="직선 화살표 연결선 120"/>
          <p:cNvCxnSpPr/>
          <p:nvPr/>
        </p:nvCxnSpPr>
        <p:spPr>
          <a:xfrm flipV="1">
            <a:off x="6345148" y="5854642"/>
            <a:ext cx="1136944" cy="23831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76E0A88B-552A-5210-4DB8-DED9A1821C19}"/>
              </a:ext>
            </a:extLst>
          </p:cNvPr>
          <p:cNvSpPr txBox="1"/>
          <p:nvPr/>
        </p:nvSpPr>
        <p:spPr>
          <a:xfrm>
            <a:off x="2193660" y="4985702"/>
            <a:ext cx="40644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Input</a:t>
            </a:r>
          </a:p>
          <a:p>
            <a:pPr algn="ctr"/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(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년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월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일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시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b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</a:b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현재 온도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현재 습도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)</a:t>
            </a:r>
            <a:endParaRPr lang="ko-KR" altLang="en-US" sz="32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xmlns="" id="{76E0A88B-552A-5210-4DB8-DED9A1821C19}"/>
              </a:ext>
            </a:extLst>
          </p:cNvPr>
          <p:cNvSpPr txBox="1"/>
          <p:nvPr/>
        </p:nvSpPr>
        <p:spPr>
          <a:xfrm>
            <a:off x="12524961" y="5209373"/>
            <a:ext cx="45766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Output</a:t>
            </a:r>
          </a:p>
          <a:p>
            <a:pPr algn="ctr"/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(2</a:t>
            </a:r>
            <a:r>
              <a:rPr lang="ko-KR" altLang="en-US" sz="3200" dirty="0" smtClean="0">
                <a:latin typeface="210 국민체조" panose="020B0600000101010101" charset="-127"/>
                <a:ea typeface="210 국민체조" panose="020B0600000101010101" charset="-127"/>
              </a:rPr>
              <a:t>시간 뒤의 습도 </a:t>
            </a:r>
            <a:r>
              <a:rPr lang="ko-KR" altLang="en-US" sz="3200" dirty="0" err="1" smtClean="0">
                <a:latin typeface="210 국민체조" panose="020B0600000101010101" charset="-127"/>
                <a:ea typeface="210 국민체조" panose="020B0600000101010101" charset="-127"/>
              </a:rPr>
              <a:t>예측값</a:t>
            </a:r>
            <a:r>
              <a:rPr lang="en-US" altLang="ko-KR" sz="3200" dirty="0" smtClean="0">
                <a:latin typeface="210 국민체조" panose="020B0600000101010101" charset="-127"/>
                <a:ea typeface="210 국민체조" panose="020B0600000101010101" charset="-127"/>
              </a:rPr>
              <a:t>)</a:t>
            </a:r>
            <a:endParaRPr lang="ko-KR" altLang="en-US" sz="32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cxnSp>
        <p:nvCxnSpPr>
          <p:cNvPr id="125" name="직선 화살표 연결선 124"/>
          <p:cNvCxnSpPr/>
          <p:nvPr/>
        </p:nvCxnSpPr>
        <p:spPr>
          <a:xfrm flipV="1">
            <a:off x="11310881" y="5854642"/>
            <a:ext cx="1136944" cy="23831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xmlns="" id="{76E0A88B-552A-5210-4DB8-DED9A1821C19}"/>
              </a:ext>
            </a:extLst>
          </p:cNvPr>
          <p:cNvSpPr txBox="1"/>
          <p:nvPr/>
        </p:nvSpPr>
        <p:spPr>
          <a:xfrm>
            <a:off x="7447050" y="3416205"/>
            <a:ext cx="4064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err="1" smtClean="0">
                <a:latin typeface="210 국민체조" panose="020B0600000101010101" charset="-127"/>
                <a:ea typeface="210 국민체조" panose="020B0600000101010101" charset="-127"/>
              </a:rPr>
              <a:t>RandomForest</a:t>
            </a:r>
            <a:endParaRPr lang="ko-KR" altLang="en-US" sz="4000" b="1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graphicFrame>
        <p:nvGraphicFramePr>
          <p:cNvPr id="127" name="표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178411"/>
              </p:ext>
            </p:extLst>
          </p:nvPr>
        </p:nvGraphicFramePr>
        <p:xfrm>
          <a:off x="5029199" y="7581900"/>
          <a:ext cx="9220201" cy="1599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140">
                  <a:extLst>
                    <a:ext uri="{9D8B030D-6E8A-4147-A177-3AD203B41FA5}">
                      <a16:colId xmlns:a16="http://schemas.microsoft.com/office/drawing/2014/main" xmlns="" val="1169566724"/>
                    </a:ext>
                  </a:extLst>
                </a:gridCol>
                <a:gridCol w="2627661">
                  <a:extLst>
                    <a:ext uri="{9D8B030D-6E8A-4147-A177-3AD203B41FA5}">
                      <a16:colId xmlns:a16="http://schemas.microsoft.com/office/drawing/2014/main" xmlns="" val="286846454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141275465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xmlns="" val="639050791"/>
                    </a:ext>
                  </a:extLst>
                </a:gridCol>
              </a:tblGrid>
              <a:tr h="619821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>
                        <a:latin typeface="210 국민체조" panose="020B0600000101010101" charset="-127"/>
                        <a:ea typeface="210 국민체조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>
                          <a:latin typeface="210 국민체조" panose="020B0600000101010101" charset="-127"/>
                          <a:ea typeface="210 국민체조" panose="020B0600000101010101" charset="-127"/>
                        </a:rPr>
                        <a:t>RMSE</a:t>
                      </a:r>
                      <a:endParaRPr lang="ko-KR" altLang="en-US" sz="2400" dirty="0">
                        <a:latin typeface="210 국민체조" panose="020B0600000101010101" charset="-127"/>
                        <a:ea typeface="210 국민체조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>
                          <a:latin typeface="210 국민체조" panose="020B0600000101010101" charset="-127"/>
                          <a:ea typeface="210 국민체조" panose="020B0600000101010101" charset="-127"/>
                        </a:rPr>
                        <a:t>MAE</a:t>
                      </a:r>
                      <a:endParaRPr lang="ko-KR" altLang="en-US" sz="2400" dirty="0">
                        <a:latin typeface="210 국민체조" panose="020B0600000101010101" charset="-127"/>
                        <a:ea typeface="210 국민체조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>
                          <a:latin typeface="210 국민체조" panose="020B0600000101010101" charset="-127"/>
                          <a:ea typeface="210 국민체조" panose="020B0600000101010101" charset="-127"/>
                        </a:rPr>
                        <a:t>R^2</a:t>
                      </a:r>
                      <a:endParaRPr lang="ko-KR" altLang="en-US" sz="2400" dirty="0">
                        <a:latin typeface="210 국민체조" panose="020B0600000101010101" charset="-127"/>
                        <a:ea typeface="210 국민체조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012480628"/>
                  </a:ext>
                </a:extLst>
              </a:tr>
              <a:tr h="9793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smtClean="0">
                          <a:latin typeface="210 국민체조" panose="020B0600000101010101" charset="-127"/>
                          <a:ea typeface="210 국민체조" panose="020B0600000101010101" charset="-127"/>
                        </a:rPr>
                        <a:t>평가지표</a:t>
                      </a:r>
                      <a:endParaRPr lang="ko-KR" altLang="en-US" sz="2400" dirty="0">
                        <a:latin typeface="210 국민체조" panose="020B0600000101010101" charset="-127"/>
                        <a:ea typeface="210 국민체조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210 국민체조" panose="020B0600000101010101" charset="-127"/>
                          <a:ea typeface="210 국민체조" panose="020B0600000101010101" charset="-127"/>
                          <a:cs typeface="+mn-cs"/>
                        </a:rPr>
                        <a:t>5.41</a:t>
                      </a:r>
                      <a:endParaRPr lang="ko-KR" altLang="en-US" sz="2400" dirty="0">
                        <a:latin typeface="210 국민체조" panose="020B0600000101010101" charset="-127"/>
                        <a:ea typeface="210 국민체조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210 국민체조" panose="020B0600000101010101" charset="-127"/>
                          <a:ea typeface="210 국민체조" panose="020B0600000101010101" charset="-127"/>
                          <a:cs typeface="+mn-cs"/>
                        </a:rPr>
                        <a:t>3.67</a:t>
                      </a:r>
                      <a:endParaRPr lang="ko-KR" altLang="en-US" sz="2400" dirty="0">
                        <a:latin typeface="210 국민체조" panose="020B0600000101010101" charset="-127"/>
                        <a:ea typeface="210 국민체조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210 국민체조" panose="020B0600000101010101" charset="-127"/>
                          <a:ea typeface="210 국민체조" panose="020B0600000101010101" charset="-127"/>
                          <a:cs typeface="+mn-cs"/>
                        </a:rPr>
                        <a:t>0.91</a:t>
                      </a:r>
                      <a:endParaRPr lang="ko-KR" altLang="en-US" sz="2400" dirty="0">
                        <a:latin typeface="210 국민체조" panose="020B0600000101010101" charset="-127"/>
                        <a:ea typeface="210 국민체조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063239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09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7701" y="-94140"/>
            <a:ext cx="20715765" cy="10381140"/>
            <a:chOff x="0" y="0"/>
            <a:chExt cx="27621019" cy="13841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12" name="Group 12"/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1471226" y="4708974"/>
            <a:ext cx="4303573" cy="4435310"/>
            <a:chOff x="0" y="0"/>
            <a:chExt cx="1165577" cy="10328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65577" cy="1032875"/>
            </a:xfrm>
            <a:custGeom>
              <a:avLst/>
              <a:gdLst/>
              <a:ahLst/>
              <a:cxnLst/>
              <a:rect l="l" t="t" r="r" b="b"/>
              <a:pathLst>
                <a:path w="1165577" h="1032875">
                  <a:moveTo>
                    <a:pt x="0" y="0"/>
                  </a:moveTo>
                  <a:lnTo>
                    <a:pt x="1165577" y="0"/>
                  </a:lnTo>
                  <a:lnTo>
                    <a:pt x="1165577" y="1032875"/>
                  </a:lnTo>
                  <a:lnTo>
                    <a:pt x="0" y="103287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165577" cy="108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43131" y="14965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80416" y="1414049"/>
            <a:ext cx="611027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ko-KR" altLang="en-US" sz="69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구성도</a:t>
            </a:r>
            <a:endParaRPr lang="en-US" sz="6999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36" name="Group 36"/>
          <p:cNvGrpSpPr/>
          <p:nvPr/>
        </p:nvGrpSpPr>
        <p:grpSpPr>
          <a:xfrm rot="10800000" flipH="1">
            <a:off x="6146535" y="5979551"/>
            <a:ext cx="781378" cy="565652"/>
            <a:chOff x="0" y="0"/>
            <a:chExt cx="957071" cy="754203"/>
          </a:xfrm>
        </p:grpSpPr>
        <p:sp>
          <p:nvSpPr>
            <p:cNvPr id="37" name="Freeform 37"/>
            <p:cNvSpPr/>
            <p:nvPr/>
          </p:nvSpPr>
          <p:spPr>
            <a:xfrm rot="-5400000">
              <a:off x="-141927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2" y="0"/>
                  </a:lnTo>
                  <a:lnTo>
                    <a:pt x="754202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Freeform 38"/>
            <p:cNvSpPr/>
            <p:nvPr/>
          </p:nvSpPr>
          <p:spPr>
            <a:xfrm rot="-5400000">
              <a:off x="101434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3" y="0"/>
                  </a:lnTo>
                  <a:lnTo>
                    <a:pt x="754203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Freeform 39"/>
            <p:cNvSpPr/>
            <p:nvPr/>
          </p:nvSpPr>
          <p:spPr>
            <a:xfrm rot="-5400000">
              <a:off x="344795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3" y="0"/>
                  </a:lnTo>
                  <a:lnTo>
                    <a:pt x="754203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62286" y="4617982"/>
            <a:ext cx="3525628" cy="4526302"/>
            <a:chOff x="0" y="-47625"/>
            <a:chExt cx="1165577" cy="10805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65577" cy="1032875"/>
            </a:xfrm>
            <a:custGeom>
              <a:avLst/>
              <a:gdLst/>
              <a:ahLst/>
              <a:cxnLst/>
              <a:rect l="l" t="t" r="r" b="b"/>
              <a:pathLst>
                <a:path w="1165577" h="1032875">
                  <a:moveTo>
                    <a:pt x="0" y="0"/>
                  </a:moveTo>
                  <a:lnTo>
                    <a:pt x="1165577" y="0"/>
                  </a:lnTo>
                  <a:lnTo>
                    <a:pt x="1165577" y="1032875"/>
                  </a:lnTo>
                  <a:lnTo>
                    <a:pt x="0" y="103287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165577" cy="108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640463" y="4720728"/>
            <a:ext cx="4243693" cy="4423556"/>
            <a:chOff x="0" y="0"/>
            <a:chExt cx="1165577" cy="103287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65577" cy="1032875"/>
            </a:xfrm>
            <a:custGeom>
              <a:avLst/>
              <a:gdLst/>
              <a:ahLst/>
              <a:cxnLst/>
              <a:rect l="l" t="t" r="r" b="b"/>
              <a:pathLst>
                <a:path w="1165577" h="1032875">
                  <a:moveTo>
                    <a:pt x="0" y="0"/>
                  </a:moveTo>
                  <a:lnTo>
                    <a:pt x="1165577" y="0"/>
                  </a:lnTo>
                  <a:lnTo>
                    <a:pt x="1165577" y="1032875"/>
                  </a:lnTo>
                  <a:lnTo>
                    <a:pt x="0" y="103287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43D63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1165577" cy="108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69" name="Group 69"/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93" name="AutoShape 93"/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AutoShape 94"/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AutoShape 95"/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pic>
        <p:nvPicPr>
          <p:cNvPr id="118" name="그림 117" descr="그래픽, 클립아트, 다채로움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9388DE69-6487-A8E9-8EFE-01ECEC11CA8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340" y="2688025"/>
            <a:ext cx="1397719" cy="1785586"/>
          </a:xfrm>
          <a:prstGeom prst="rect">
            <a:avLst/>
          </a:prstGeom>
        </p:spPr>
      </p:pic>
      <p:pic>
        <p:nvPicPr>
          <p:cNvPr id="120" name="그림 119" descr="해양 포유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3526B2C2-90FF-2E15-F009-B068D0A58B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847" y="4987727"/>
            <a:ext cx="2271703" cy="1169259"/>
          </a:xfrm>
          <a:prstGeom prst="rect">
            <a:avLst/>
          </a:prstGeom>
        </p:spPr>
      </p:pic>
      <p:pic>
        <p:nvPicPr>
          <p:cNvPr id="122" name="그림 121" descr="그래픽, 그래픽 디자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5AE62AA6-C856-8B04-E1A1-CC09A0E328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245" y="6014189"/>
            <a:ext cx="1795206" cy="1795206"/>
          </a:xfrm>
          <a:prstGeom prst="rect">
            <a:avLst/>
          </a:prstGeom>
        </p:spPr>
      </p:pic>
      <p:pic>
        <p:nvPicPr>
          <p:cNvPr id="126" name="그림 125" descr="폰트, 그래픽, 텍스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9B4A87DC-E2FE-BBDD-485C-0D1E4DA4856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6" y="3089618"/>
            <a:ext cx="2121082" cy="1443514"/>
          </a:xfrm>
          <a:prstGeom prst="rect">
            <a:avLst/>
          </a:prstGeom>
        </p:spPr>
      </p:pic>
      <p:pic>
        <p:nvPicPr>
          <p:cNvPr id="127" name="Google Shape;133;p17">
            <a:extLst>
              <a:ext uri="{FF2B5EF4-FFF2-40B4-BE49-F238E27FC236}">
                <a16:creationId xmlns:a16="http://schemas.microsoft.com/office/drawing/2014/main" xmlns="" id="{3B216D82-59ED-57D8-6DF6-2E5D61429699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3810589" y="2621433"/>
            <a:ext cx="1917085" cy="1917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그림 130" descr="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CCB87221-305F-AE31-3795-FEF6C70267F1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06" b="24741"/>
          <a:stretch>
            <a:fillRect/>
          </a:stretch>
        </p:blipFill>
        <p:spPr>
          <a:xfrm>
            <a:off x="1568687" y="6266467"/>
            <a:ext cx="3060958" cy="1452509"/>
          </a:xfrm>
          <a:prstGeom prst="rect">
            <a:avLst/>
          </a:prstGeom>
        </p:spPr>
      </p:pic>
      <p:pic>
        <p:nvPicPr>
          <p:cNvPr id="133" name="그림 132" descr="전자제품, 회로 구성요소, 전자 부품, 패시브 회로 부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51E679DD-A690-6072-D932-4BFFC76A86B6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661" y="5864698"/>
            <a:ext cx="1009289" cy="2131618"/>
          </a:xfrm>
          <a:prstGeom prst="rect">
            <a:avLst/>
          </a:prstGeom>
        </p:spPr>
      </p:pic>
      <p:pic>
        <p:nvPicPr>
          <p:cNvPr id="135" name="그림 134" descr="액세서리, 노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DEBDBD45-99D4-50EB-DA46-243CD368184A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0" b="15074"/>
          <a:stretch>
            <a:fillRect/>
          </a:stretch>
        </p:blipFill>
        <p:spPr>
          <a:xfrm>
            <a:off x="12742058" y="6276070"/>
            <a:ext cx="2070493" cy="1579911"/>
          </a:xfrm>
          <a:prstGeom prst="rect">
            <a:avLst/>
          </a:prstGeom>
        </p:spPr>
      </p:pic>
      <p:pic>
        <p:nvPicPr>
          <p:cNvPr id="137" name="그림 136">
            <a:extLst>
              <a:ext uri="{FF2B5EF4-FFF2-40B4-BE49-F238E27FC236}">
                <a16:creationId xmlns:a16="http://schemas.microsoft.com/office/drawing/2014/main" xmlns="" id="{0C3B04C7-53AA-E18C-190E-2770037D015D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4" t="14662" r="5902" b="14957"/>
          <a:stretch>
            <a:fillRect/>
          </a:stretch>
        </p:blipFill>
        <p:spPr>
          <a:xfrm>
            <a:off x="14988745" y="6165487"/>
            <a:ext cx="1793063" cy="1478704"/>
          </a:xfrm>
          <a:prstGeom prst="rect">
            <a:avLst/>
          </a:prstGeom>
        </p:spPr>
      </p:pic>
      <p:pic>
        <p:nvPicPr>
          <p:cNvPr id="139" name="그림 138" descr="전자 부품, 회로 구성요소, 전자 공학, 패시브 회로 부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21491071-A3DC-0D0F-78BC-09E1D0C17A7C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4" b="10046"/>
          <a:stretch>
            <a:fillRect/>
          </a:stretch>
        </p:blipFill>
        <p:spPr>
          <a:xfrm>
            <a:off x="14966889" y="4976685"/>
            <a:ext cx="1796978" cy="1048061"/>
          </a:xfrm>
          <a:prstGeom prst="rect">
            <a:avLst/>
          </a:prstGeom>
        </p:spPr>
      </p:pic>
      <p:pic>
        <p:nvPicPr>
          <p:cNvPr id="141" name="그림 140" descr="상징, 로고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18087E89-B020-589A-0DC0-2CE978FCCD2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790" y="4315712"/>
            <a:ext cx="1590675" cy="1590675"/>
          </a:xfrm>
          <a:prstGeom prst="rect">
            <a:avLst/>
          </a:prstGeom>
        </p:spPr>
      </p:pic>
      <p:pic>
        <p:nvPicPr>
          <p:cNvPr id="145" name="그림 144" descr="그래픽, 원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C834C6EC-B265-7C6B-622C-BE3E2119290C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8836" y="4467647"/>
            <a:ext cx="1393162" cy="1393162"/>
          </a:xfrm>
          <a:prstGeom prst="rect">
            <a:avLst/>
          </a:prstGeom>
        </p:spPr>
      </p:pic>
      <p:pic>
        <p:nvPicPr>
          <p:cNvPr id="24" name="그림 23" descr="회로 구성요소, 패시브 회로 부품, 전자 부품, 전자 공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3C8CFA7F-D5A5-22D5-958B-B1E40DCC6043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02" b="19852"/>
          <a:stretch>
            <a:fillRect/>
          </a:stretch>
        </p:blipFill>
        <p:spPr>
          <a:xfrm>
            <a:off x="12760762" y="4866343"/>
            <a:ext cx="2051789" cy="1293578"/>
          </a:xfrm>
          <a:prstGeom prst="rect">
            <a:avLst/>
          </a:prstGeom>
        </p:spPr>
      </p:pic>
      <p:pic>
        <p:nvPicPr>
          <p:cNvPr id="26" name="그림 25" descr="케이블, 전기 배선, 전자 공학, 전자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A7D9C943-3257-6D2C-A17F-8C375731C87F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15" t="15857" r="12963" b="19085"/>
          <a:stretch>
            <a:fillRect/>
          </a:stretch>
        </p:blipFill>
        <p:spPr>
          <a:xfrm>
            <a:off x="14041712" y="7846699"/>
            <a:ext cx="1310101" cy="126414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81556" y="7810500"/>
            <a:ext cx="1160288" cy="1160286"/>
          </a:xfrm>
          <a:prstGeom prst="rect">
            <a:avLst/>
          </a:prstGeom>
        </p:spPr>
      </p:pic>
      <p:grpSp>
        <p:nvGrpSpPr>
          <p:cNvPr id="117" name="Group 36"/>
          <p:cNvGrpSpPr/>
          <p:nvPr/>
        </p:nvGrpSpPr>
        <p:grpSpPr>
          <a:xfrm rot="167853" flipH="1">
            <a:off x="6093348" y="6923571"/>
            <a:ext cx="781378" cy="565652"/>
            <a:chOff x="0" y="0"/>
            <a:chExt cx="957071" cy="754203"/>
          </a:xfrm>
        </p:grpSpPr>
        <p:sp>
          <p:nvSpPr>
            <p:cNvPr id="119" name="Freeform 37"/>
            <p:cNvSpPr/>
            <p:nvPr/>
          </p:nvSpPr>
          <p:spPr>
            <a:xfrm rot="-5400000">
              <a:off x="-141927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2" y="0"/>
                  </a:lnTo>
                  <a:lnTo>
                    <a:pt x="754202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1" name="Freeform 38"/>
            <p:cNvSpPr/>
            <p:nvPr/>
          </p:nvSpPr>
          <p:spPr>
            <a:xfrm rot="-5400000">
              <a:off x="101434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3" y="0"/>
                  </a:lnTo>
                  <a:lnTo>
                    <a:pt x="754203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" name="Freeform 39"/>
            <p:cNvSpPr/>
            <p:nvPr/>
          </p:nvSpPr>
          <p:spPr>
            <a:xfrm rot="-5400000">
              <a:off x="344795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3" y="0"/>
                  </a:lnTo>
                  <a:lnTo>
                    <a:pt x="754203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4" name="Group 36"/>
          <p:cNvGrpSpPr/>
          <p:nvPr/>
        </p:nvGrpSpPr>
        <p:grpSpPr>
          <a:xfrm rot="10800000" flipH="1">
            <a:off x="11446160" y="5979551"/>
            <a:ext cx="781378" cy="565652"/>
            <a:chOff x="0" y="0"/>
            <a:chExt cx="957071" cy="754203"/>
          </a:xfrm>
        </p:grpSpPr>
        <p:sp>
          <p:nvSpPr>
            <p:cNvPr id="125" name="Freeform 37"/>
            <p:cNvSpPr/>
            <p:nvPr/>
          </p:nvSpPr>
          <p:spPr>
            <a:xfrm rot="-5400000">
              <a:off x="-141927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2" y="0"/>
                  </a:lnTo>
                  <a:lnTo>
                    <a:pt x="754202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8" name="Freeform 38"/>
            <p:cNvSpPr/>
            <p:nvPr/>
          </p:nvSpPr>
          <p:spPr>
            <a:xfrm rot="-5400000">
              <a:off x="101434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3" y="0"/>
                  </a:lnTo>
                  <a:lnTo>
                    <a:pt x="754203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9" name="Freeform 39"/>
            <p:cNvSpPr/>
            <p:nvPr/>
          </p:nvSpPr>
          <p:spPr>
            <a:xfrm rot="-5400000">
              <a:off x="344795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3" y="0"/>
                  </a:lnTo>
                  <a:lnTo>
                    <a:pt x="754203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0" name="Group 36"/>
          <p:cNvGrpSpPr/>
          <p:nvPr/>
        </p:nvGrpSpPr>
        <p:grpSpPr>
          <a:xfrm rot="167853" flipH="1">
            <a:off x="11392973" y="6923571"/>
            <a:ext cx="781378" cy="565652"/>
            <a:chOff x="0" y="0"/>
            <a:chExt cx="957071" cy="754203"/>
          </a:xfrm>
        </p:grpSpPr>
        <p:sp>
          <p:nvSpPr>
            <p:cNvPr id="132" name="Freeform 37"/>
            <p:cNvSpPr/>
            <p:nvPr/>
          </p:nvSpPr>
          <p:spPr>
            <a:xfrm rot="-5400000">
              <a:off x="-141927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2" y="0"/>
                  </a:lnTo>
                  <a:lnTo>
                    <a:pt x="754202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" name="Freeform 38"/>
            <p:cNvSpPr/>
            <p:nvPr/>
          </p:nvSpPr>
          <p:spPr>
            <a:xfrm rot="-5400000">
              <a:off x="101434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3" y="0"/>
                  </a:lnTo>
                  <a:lnTo>
                    <a:pt x="754203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6" name="Freeform 39"/>
            <p:cNvSpPr/>
            <p:nvPr/>
          </p:nvSpPr>
          <p:spPr>
            <a:xfrm rot="-5400000">
              <a:off x="344795" y="141927"/>
              <a:ext cx="754203" cy="470348"/>
            </a:xfrm>
            <a:custGeom>
              <a:avLst/>
              <a:gdLst/>
              <a:ahLst/>
              <a:cxnLst/>
              <a:rect l="l" t="t" r="r" b="b"/>
              <a:pathLst>
                <a:path w="754203" h="470348">
                  <a:moveTo>
                    <a:pt x="0" y="0"/>
                  </a:moveTo>
                  <a:lnTo>
                    <a:pt x="754203" y="0"/>
                  </a:lnTo>
                  <a:lnTo>
                    <a:pt x="754203" y="470348"/>
                  </a:lnTo>
                  <a:lnTo>
                    <a:pt x="0" y="47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158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0221054-57FE-6079-529C-6EE662B9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419A4019-8A7F-0067-2B78-918C4F9B0137}"/>
              </a:ext>
            </a:extLst>
          </p:cNvPr>
          <p:cNvGrpSpPr/>
          <p:nvPr/>
        </p:nvGrpSpPr>
        <p:grpSpPr>
          <a:xfrm>
            <a:off x="-1147701" y="-94140"/>
            <a:ext cx="20715765" cy="10381140"/>
            <a:chOff x="0" y="0"/>
            <a:chExt cx="27621019" cy="1384152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9BEAE7B5-2911-0222-DCBC-56E506C91826}"/>
                </a:ext>
              </a:extLst>
            </p:cNvPr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1158DA74-A22C-2FE7-9384-4351C14221DF}"/>
                </a:ext>
              </a:extLst>
            </p:cNvPr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xmlns="" id="{CD50C622-E248-5031-60F3-EB97EDA83A94}"/>
                </a:ext>
              </a:extLst>
            </p:cNvPr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18B9712B-0734-168D-1574-EC1A460F61AA}"/>
                </a:ext>
              </a:extLst>
            </p:cNvPr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53EA8AEE-99BA-11D2-43A7-02550F6C634F}"/>
                </a:ext>
              </a:extLst>
            </p:cNvPr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39A13A84-C05E-CC01-C046-44421037829F}"/>
                </a:ext>
              </a:extLst>
            </p:cNvPr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FF50A612-E947-9A1B-3C97-A78430771CC8}"/>
                </a:ext>
              </a:extLst>
            </p:cNvPr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E73D6674-B499-2CC7-27F5-80E41CDF6BB4}"/>
                </a:ext>
              </a:extLst>
            </p:cNvPr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0DB4E044-C835-7B23-6A31-8FDFCBC71F8C}"/>
              </a:ext>
            </a:extLst>
          </p:cNvPr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xmlns="" id="{A266F8AF-64C8-CAFC-984F-357B9E232CBB}"/>
                </a:ext>
              </a:extLst>
            </p:cNvPr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xmlns="" id="{F9758648-63E2-07CB-5E76-E60A7B16AE17}"/>
                  </a:ext>
                </a:extLst>
              </p:cNvPr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xmlns="" id="{3064E305-A41C-5208-0595-91DFC437392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xmlns="" id="{A1448D58-9B28-8DF1-71E8-C54014BC1901}"/>
                </a:ext>
              </a:extLst>
            </p:cNvPr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xmlns="" id="{FCEC605F-938C-7413-0E71-8B4C30B8E264}"/>
                  </a:ext>
                </a:extLst>
              </p:cNvPr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xmlns="" id="{75DC7722-82FA-6768-EF3C-7B6AECF8296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xmlns="" id="{074E12F3-9D05-87C2-E949-AB2C5875A77F}"/>
                </a:ext>
              </a:extLst>
            </p:cNvPr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xmlns="" id="{F624637B-40C9-C25A-E92C-17124328C227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xmlns="" id="{70F6AAF0-FAB5-D7B9-CB6E-C5FEF55034A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28" name="TextBox 28">
            <a:extLst>
              <a:ext uri="{FF2B5EF4-FFF2-40B4-BE49-F238E27FC236}">
                <a16:creationId xmlns:a16="http://schemas.microsoft.com/office/drawing/2014/main" xmlns="" id="{62D5C322-8E8E-59E6-CDEF-702D59CE4414}"/>
              </a:ext>
            </a:extLst>
          </p:cNvPr>
          <p:cNvSpPr txBox="1"/>
          <p:nvPr/>
        </p:nvSpPr>
        <p:spPr>
          <a:xfrm>
            <a:off x="1243131" y="1496599"/>
            <a:ext cx="13372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03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xmlns="" id="{34D3C84A-6BA7-05FD-0585-84E89636C08F}"/>
              </a:ext>
            </a:extLst>
          </p:cNvPr>
          <p:cNvSpPr txBox="1"/>
          <p:nvPr/>
        </p:nvSpPr>
        <p:spPr>
          <a:xfrm>
            <a:off x="2580416" y="1414049"/>
            <a:ext cx="611027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ko-KR" altLang="en-US" sz="6999" dirty="0" smtClean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흐름도</a:t>
            </a:r>
            <a:endParaRPr lang="en-US" sz="6999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68" name="Group 68">
            <a:extLst>
              <a:ext uri="{FF2B5EF4-FFF2-40B4-BE49-F238E27FC236}">
                <a16:creationId xmlns:a16="http://schemas.microsoft.com/office/drawing/2014/main" xmlns="" id="{702CC11E-F155-2CD7-20B6-40C43FD77A66}"/>
              </a:ext>
            </a:extLst>
          </p:cNvPr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69" name="Group 69">
              <a:extLst>
                <a:ext uri="{FF2B5EF4-FFF2-40B4-BE49-F238E27FC236}">
                  <a16:creationId xmlns:a16="http://schemas.microsoft.com/office/drawing/2014/main" xmlns="" id="{D782118C-C6D5-60FC-A40B-4537FAE13DC2}"/>
                </a:ext>
              </a:extLst>
            </p:cNvPr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70" name="Freeform 70">
                <a:extLst>
                  <a:ext uri="{FF2B5EF4-FFF2-40B4-BE49-F238E27FC236}">
                    <a16:creationId xmlns:a16="http://schemas.microsoft.com/office/drawing/2014/main" xmlns="" id="{B260B631-52A5-DB1D-A84D-E76571760C10}"/>
                  </a:ext>
                </a:extLst>
              </p:cNvPr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TextBox 71">
                <a:extLst>
                  <a:ext uri="{FF2B5EF4-FFF2-40B4-BE49-F238E27FC236}">
                    <a16:creationId xmlns:a16="http://schemas.microsoft.com/office/drawing/2014/main" xmlns="" id="{278B89E2-43A8-A43F-2346-663D8C8386D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2" name="Group 72">
              <a:extLst>
                <a:ext uri="{FF2B5EF4-FFF2-40B4-BE49-F238E27FC236}">
                  <a16:creationId xmlns:a16="http://schemas.microsoft.com/office/drawing/2014/main" xmlns="" id="{3FCA38D6-5D3B-F16C-DBDA-9D263F4E9277}"/>
                </a:ext>
              </a:extLst>
            </p:cNvPr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73" name="Freeform 73">
                <a:extLst>
                  <a:ext uri="{FF2B5EF4-FFF2-40B4-BE49-F238E27FC236}">
                    <a16:creationId xmlns:a16="http://schemas.microsoft.com/office/drawing/2014/main" xmlns="" id="{A96D8930-2181-C18F-8428-3D58643E303B}"/>
                  </a:ext>
                </a:extLst>
              </p:cNvPr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>
                <a:extLst>
                  <a:ext uri="{FF2B5EF4-FFF2-40B4-BE49-F238E27FC236}">
                    <a16:creationId xmlns:a16="http://schemas.microsoft.com/office/drawing/2014/main" xmlns="" id="{164B784B-F92F-515B-0BF6-BF2D8D954E5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xmlns="" id="{E1859402-2A3D-2AE6-4AC0-67D2B29DE269}"/>
                </a:ext>
              </a:extLst>
            </p:cNvPr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xmlns="" id="{C52CD8EA-9533-81FE-0264-8627FBE2D4C9}"/>
                  </a:ext>
                </a:extLst>
              </p:cNvPr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TextBox 77">
                <a:extLst>
                  <a:ext uri="{FF2B5EF4-FFF2-40B4-BE49-F238E27FC236}">
                    <a16:creationId xmlns:a16="http://schemas.microsoft.com/office/drawing/2014/main" xmlns="" id="{8B0EE8B9-6FAE-B8CA-9BF8-3CEAE00C031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8" name="Group 78">
              <a:extLst>
                <a:ext uri="{FF2B5EF4-FFF2-40B4-BE49-F238E27FC236}">
                  <a16:creationId xmlns:a16="http://schemas.microsoft.com/office/drawing/2014/main" xmlns="" id="{73E3E705-B319-4DF9-7A89-9CB686F7C4FA}"/>
                </a:ext>
              </a:extLst>
            </p:cNvPr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79" name="Freeform 79">
                <a:extLst>
                  <a:ext uri="{FF2B5EF4-FFF2-40B4-BE49-F238E27FC236}">
                    <a16:creationId xmlns:a16="http://schemas.microsoft.com/office/drawing/2014/main" xmlns="" id="{31B2A8CB-80D2-F860-6B7B-5AD30C3EC892}"/>
                  </a:ext>
                </a:extLst>
              </p:cNvPr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0" name="TextBox 80">
                <a:extLst>
                  <a:ext uri="{FF2B5EF4-FFF2-40B4-BE49-F238E27FC236}">
                    <a16:creationId xmlns:a16="http://schemas.microsoft.com/office/drawing/2014/main" xmlns="" id="{8162C909-238A-5C60-E73F-556312FCFB9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1" name="Group 81">
              <a:extLst>
                <a:ext uri="{FF2B5EF4-FFF2-40B4-BE49-F238E27FC236}">
                  <a16:creationId xmlns:a16="http://schemas.microsoft.com/office/drawing/2014/main" xmlns="" id="{A15E002F-5CC0-03AA-6061-9ABBAD874FCB}"/>
                </a:ext>
              </a:extLst>
            </p:cNvPr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82" name="Freeform 82">
                <a:extLst>
                  <a:ext uri="{FF2B5EF4-FFF2-40B4-BE49-F238E27FC236}">
                    <a16:creationId xmlns:a16="http://schemas.microsoft.com/office/drawing/2014/main" xmlns="" id="{41D9CABB-F708-1913-B2C9-510860C92854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3" name="TextBox 83">
                <a:extLst>
                  <a:ext uri="{FF2B5EF4-FFF2-40B4-BE49-F238E27FC236}">
                    <a16:creationId xmlns:a16="http://schemas.microsoft.com/office/drawing/2014/main" xmlns="" id="{5D894759-EDE8-9666-A351-543DAA65398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4" name="Group 84">
              <a:extLst>
                <a:ext uri="{FF2B5EF4-FFF2-40B4-BE49-F238E27FC236}">
                  <a16:creationId xmlns:a16="http://schemas.microsoft.com/office/drawing/2014/main" xmlns="" id="{1E22644F-89DB-73DB-74C8-8344CA6A6909}"/>
                </a:ext>
              </a:extLst>
            </p:cNvPr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85" name="Freeform 85">
                <a:extLst>
                  <a:ext uri="{FF2B5EF4-FFF2-40B4-BE49-F238E27FC236}">
                    <a16:creationId xmlns:a16="http://schemas.microsoft.com/office/drawing/2014/main" xmlns="" id="{A4533BFB-87E4-7D81-B23B-42D7D253AAF2}"/>
                  </a:ext>
                </a:extLst>
              </p:cNvPr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6" name="TextBox 86">
                <a:extLst>
                  <a:ext uri="{FF2B5EF4-FFF2-40B4-BE49-F238E27FC236}">
                    <a16:creationId xmlns:a16="http://schemas.microsoft.com/office/drawing/2014/main" xmlns="" id="{73D96A2A-D818-850D-196C-F587AB8CFCD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7" name="Group 87">
              <a:extLst>
                <a:ext uri="{FF2B5EF4-FFF2-40B4-BE49-F238E27FC236}">
                  <a16:creationId xmlns:a16="http://schemas.microsoft.com/office/drawing/2014/main" xmlns="" id="{6C676950-6E77-91CC-C9ED-9066BE186E98}"/>
                </a:ext>
              </a:extLst>
            </p:cNvPr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xmlns="" id="{F0D28B3B-ABD3-257E-5738-B9F75B9786CC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9" name="TextBox 89">
                <a:extLst>
                  <a:ext uri="{FF2B5EF4-FFF2-40B4-BE49-F238E27FC236}">
                    <a16:creationId xmlns:a16="http://schemas.microsoft.com/office/drawing/2014/main" xmlns="" id="{9953E360-E3FD-2254-20B4-154288BCCAE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0" name="Group 90">
              <a:extLst>
                <a:ext uri="{FF2B5EF4-FFF2-40B4-BE49-F238E27FC236}">
                  <a16:creationId xmlns:a16="http://schemas.microsoft.com/office/drawing/2014/main" xmlns="" id="{361DFBF6-8492-EF81-A49F-B901F678250B}"/>
                </a:ext>
              </a:extLst>
            </p:cNvPr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91" name="Freeform 91">
                <a:extLst>
                  <a:ext uri="{FF2B5EF4-FFF2-40B4-BE49-F238E27FC236}">
                    <a16:creationId xmlns:a16="http://schemas.microsoft.com/office/drawing/2014/main" xmlns="" id="{6B4A629A-45FB-D2F5-C0BD-978C917C5015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" name="TextBox 92">
                <a:extLst>
                  <a:ext uri="{FF2B5EF4-FFF2-40B4-BE49-F238E27FC236}">
                    <a16:creationId xmlns:a16="http://schemas.microsoft.com/office/drawing/2014/main" xmlns="" id="{6E083E4A-5984-F959-9793-9FC7BFAAA01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93" name="AutoShape 93">
              <a:extLst>
                <a:ext uri="{FF2B5EF4-FFF2-40B4-BE49-F238E27FC236}">
                  <a16:creationId xmlns:a16="http://schemas.microsoft.com/office/drawing/2014/main" xmlns="" id="{159172E7-7275-6120-FAB6-447A06806735}"/>
                </a:ext>
              </a:extLst>
            </p:cNvPr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AutoShape 94">
              <a:extLst>
                <a:ext uri="{FF2B5EF4-FFF2-40B4-BE49-F238E27FC236}">
                  <a16:creationId xmlns:a16="http://schemas.microsoft.com/office/drawing/2014/main" xmlns="" id="{6AFFFC43-143D-9485-88BB-E7D48300F72C}"/>
                </a:ext>
              </a:extLst>
            </p:cNvPr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AutoShape 95">
              <a:extLst>
                <a:ext uri="{FF2B5EF4-FFF2-40B4-BE49-F238E27FC236}">
                  <a16:creationId xmlns:a16="http://schemas.microsoft.com/office/drawing/2014/main" xmlns="" id="{A6AEBB15-CA22-E45A-D00F-1F71CB7741FB}"/>
                </a:ext>
              </a:extLst>
            </p:cNvPr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96" name="Group 96">
              <a:extLst>
                <a:ext uri="{FF2B5EF4-FFF2-40B4-BE49-F238E27FC236}">
                  <a16:creationId xmlns:a16="http://schemas.microsoft.com/office/drawing/2014/main" xmlns="" id="{D43BCA25-95B2-A59E-5AFF-58711144798C}"/>
                </a:ext>
              </a:extLst>
            </p:cNvPr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97" name="Freeform 97">
                <a:extLst>
                  <a:ext uri="{FF2B5EF4-FFF2-40B4-BE49-F238E27FC236}">
                    <a16:creationId xmlns:a16="http://schemas.microsoft.com/office/drawing/2014/main" xmlns="" id="{5FC6D79C-8164-B4A4-206B-A4A5391D30A8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8" name="TextBox 98">
                <a:extLst>
                  <a:ext uri="{FF2B5EF4-FFF2-40B4-BE49-F238E27FC236}">
                    <a16:creationId xmlns:a16="http://schemas.microsoft.com/office/drawing/2014/main" xmlns="" id="{8874B901-9860-9554-5CF9-9B2DDBC476D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9" name="Group 99">
              <a:extLst>
                <a:ext uri="{FF2B5EF4-FFF2-40B4-BE49-F238E27FC236}">
                  <a16:creationId xmlns:a16="http://schemas.microsoft.com/office/drawing/2014/main" xmlns="" id="{453BF150-4420-B5CE-F9B9-D48FCE3F52A2}"/>
                </a:ext>
              </a:extLst>
            </p:cNvPr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100" name="Freeform 100">
                <a:extLst>
                  <a:ext uri="{FF2B5EF4-FFF2-40B4-BE49-F238E27FC236}">
                    <a16:creationId xmlns:a16="http://schemas.microsoft.com/office/drawing/2014/main" xmlns="" id="{3BA19648-AB9E-97C2-1F0A-31F9F256A2DA}"/>
                  </a:ext>
                </a:extLst>
              </p:cNvPr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>
                <a:extLst>
                  <a:ext uri="{FF2B5EF4-FFF2-40B4-BE49-F238E27FC236}">
                    <a16:creationId xmlns:a16="http://schemas.microsoft.com/office/drawing/2014/main" xmlns="" id="{2663CE60-0636-A5E8-983A-894B654DC5B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2" name="Group 102">
              <a:extLst>
                <a:ext uri="{FF2B5EF4-FFF2-40B4-BE49-F238E27FC236}">
                  <a16:creationId xmlns:a16="http://schemas.microsoft.com/office/drawing/2014/main" xmlns="" id="{A97845FA-9F71-A7CE-A7BF-81717292C236}"/>
                </a:ext>
              </a:extLst>
            </p:cNvPr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103" name="Freeform 103">
                <a:extLst>
                  <a:ext uri="{FF2B5EF4-FFF2-40B4-BE49-F238E27FC236}">
                    <a16:creationId xmlns:a16="http://schemas.microsoft.com/office/drawing/2014/main" xmlns="" id="{FA2AAFA8-672D-AD62-9929-629390CC23D0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4" name="TextBox 104">
                <a:extLst>
                  <a:ext uri="{FF2B5EF4-FFF2-40B4-BE49-F238E27FC236}">
                    <a16:creationId xmlns:a16="http://schemas.microsoft.com/office/drawing/2014/main" xmlns="" id="{17473BDD-9895-E83F-CDF1-40F6088993F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5" name="Group 105">
              <a:extLst>
                <a:ext uri="{FF2B5EF4-FFF2-40B4-BE49-F238E27FC236}">
                  <a16:creationId xmlns:a16="http://schemas.microsoft.com/office/drawing/2014/main" xmlns="" id="{F283034B-C15B-EE40-19EE-366ABE1EAA1F}"/>
                </a:ext>
              </a:extLst>
            </p:cNvPr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106" name="Freeform 106">
                <a:extLst>
                  <a:ext uri="{FF2B5EF4-FFF2-40B4-BE49-F238E27FC236}">
                    <a16:creationId xmlns:a16="http://schemas.microsoft.com/office/drawing/2014/main" xmlns="" id="{F6424E98-E225-1001-B22C-F70D15F409B3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7" name="TextBox 107">
                <a:extLst>
                  <a:ext uri="{FF2B5EF4-FFF2-40B4-BE49-F238E27FC236}">
                    <a16:creationId xmlns:a16="http://schemas.microsoft.com/office/drawing/2014/main" xmlns="" id="{CDF332C4-C14D-CD0E-FC82-67D316CF1AD3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8" name="Group 108">
              <a:extLst>
                <a:ext uri="{FF2B5EF4-FFF2-40B4-BE49-F238E27FC236}">
                  <a16:creationId xmlns:a16="http://schemas.microsoft.com/office/drawing/2014/main" xmlns="" id="{F0B5AC45-3780-597C-B50E-CF32ECCD231E}"/>
                </a:ext>
              </a:extLst>
            </p:cNvPr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109" name="Freeform 109">
                <a:extLst>
                  <a:ext uri="{FF2B5EF4-FFF2-40B4-BE49-F238E27FC236}">
                    <a16:creationId xmlns:a16="http://schemas.microsoft.com/office/drawing/2014/main" xmlns="" id="{2F34EA05-EEE0-40CC-6AA8-09950DFA54BB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0" name="TextBox 110">
                <a:extLst>
                  <a:ext uri="{FF2B5EF4-FFF2-40B4-BE49-F238E27FC236}">
                    <a16:creationId xmlns:a16="http://schemas.microsoft.com/office/drawing/2014/main" xmlns="" id="{85A529C9-D066-2008-731D-E790ED8A2D3D}"/>
                  </a:ext>
                </a:extLst>
              </p:cNvPr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1" name="Group 111">
              <a:extLst>
                <a:ext uri="{FF2B5EF4-FFF2-40B4-BE49-F238E27FC236}">
                  <a16:creationId xmlns:a16="http://schemas.microsoft.com/office/drawing/2014/main" xmlns="" id="{D2E7BA7B-9141-A6EE-98F7-8CDDEEE7FEC1}"/>
                </a:ext>
              </a:extLst>
            </p:cNvPr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112" name="Freeform 112">
                <a:extLst>
                  <a:ext uri="{FF2B5EF4-FFF2-40B4-BE49-F238E27FC236}">
                    <a16:creationId xmlns:a16="http://schemas.microsoft.com/office/drawing/2014/main" xmlns="" id="{4F314E67-7A08-E4B2-AFE9-CA26E3AE97C7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3" name="TextBox 113">
                <a:extLst>
                  <a:ext uri="{FF2B5EF4-FFF2-40B4-BE49-F238E27FC236}">
                    <a16:creationId xmlns:a16="http://schemas.microsoft.com/office/drawing/2014/main" xmlns="" id="{93A02849-2F3D-DA6A-8BFB-4E80B5F3EE62}"/>
                  </a:ext>
                </a:extLst>
              </p:cNvPr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4" name="Group 114">
              <a:extLst>
                <a:ext uri="{FF2B5EF4-FFF2-40B4-BE49-F238E27FC236}">
                  <a16:creationId xmlns:a16="http://schemas.microsoft.com/office/drawing/2014/main" xmlns="" id="{786FA585-CC00-288B-8D29-BB9CBC4C8520}"/>
                </a:ext>
              </a:extLst>
            </p:cNvPr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115" name="Freeform 115">
                <a:extLst>
                  <a:ext uri="{FF2B5EF4-FFF2-40B4-BE49-F238E27FC236}">
                    <a16:creationId xmlns:a16="http://schemas.microsoft.com/office/drawing/2014/main" xmlns="" id="{E06D018E-11A0-1E97-2588-BC3C39A70777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6" name="TextBox 116">
                <a:extLst>
                  <a:ext uri="{FF2B5EF4-FFF2-40B4-BE49-F238E27FC236}">
                    <a16:creationId xmlns:a16="http://schemas.microsoft.com/office/drawing/2014/main" xmlns="" id="{39858FAC-70D6-F1FA-4EC3-27636EAF1266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1811" y="1203546"/>
            <a:ext cx="10893714" cy="808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70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01C5DB8-CF63-62EA-9F95-0180B3A6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EF7C62C6-E093-E6B1-640C-576C0C7FCAF7}"/>
              </a:ext>
            </a:extLst>
          </p:cNvPr>
          <p:cNvGrpSpPr/>
          <p:nvPr/>
        </p:nvGrpSpPr>
        <p:grpSpPr>
          <a:xfrm>
            <a:off x="-1147701" y="-94140"/>
            <a:ext cx="20715765" cy="10381140"/>
            <a:chOff x="0" y="0"/>
            <a:chExt cx="27621019" cy="1384152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463EA492-31B1-260C-FA0C-CCD0CB3C9A34}"/>
                </a:ext>
              </a:extLst>
            </p:cNvPr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A2EDC9B0-14F1-ABB8-F82F-AAF937766518}"/>
                </a:ext>
              </a:extLst>
            </p:cNvPr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xmlns="" id="{0D9FA5DB-B53C-3D7A-F313-92455073E6DD}"/>
                </a:ext>
              </a:extLst>
            </p:cNvPr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296D2EE8-1B07-6680-3E2A-836FC90F444A}"/>
                </a:ext>
              </a:extLst>
            </p:cNvPr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0E575CCE-8D43-87B8-6F43-A7CBAA0C4C76}"/>
                </a:ext>
              </a:extLst>
            </p:cNvPr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B48C7D4D-EA8D-713E-9863-B5CEA2CFF98C}"/>
                </a:ext>
              </a:extLst>
            </p:cNvPr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524E0D99-24DB-0C39-C162-551C9C07B843}"/>
                </a:ext>
              </a:extLst>
            </p:cNvPr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CE3CC61D-4EAC-1EE9-390A-5C5EB281E258}"/>
                </a:ext>
              </a:extLst>
            </p:cNvPr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66538675-5D66-9108-D895-1F67CBB41593}"/>
              </a:ext>
            </a:extLst>
          </p:cNvPr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xmlns="" id="{58BA5A29-C4DB-0D23-F71A-F31748CD439C}"/>
                </a:ext>
              </a:extLst>
            </p:cNvPr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xmlns="" id="{168DB8BE-CBF2-DF85-CF5D-1D7ACB7A0119}"/>
                  </a:ext>
                </a:extLst>
              </p:cNvPr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xmlns="" id="{870091C4-7CBC-3457-8A55-795BEF6D2C3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xmlns="" id="{5D5BCC19-A950-EB0E-E1EC-3128DEF06CCC}"/>
                </a:ext>
              </a:extLst>
            </p:cNvPr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xmlns="" id="{98989445-35B3-E680-42BA-1866076FB2F4}"/>
                  </a:ext>
                </a:extLst>
              </p:cNvPr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xmlns="" id="{C7128FA2-CA6D-0DC7-7B02-63FC21E99B9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xmlns="" id="{4858BD34-FC05-5578-DE71-32D76D8637A6}"/>
                </a:ext>
              </a:extLst>
            </p:cNvPr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xmlns="" id="{714357B0-CBDF-DD35-9704-47EC908C250D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xmlns="" id="{A810FDA2-E4BF-F5D5-196E-AC7A41A1983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28" name="TextBox 28">
            <a:extLst>
              <a:ext uri="{FF2B5EF4-FFF2-40B4-BE49-F238E27FC236}">
                <a16:creationId xmlns:a16="http://schemas.microsoft.com/office/drawing/2014/main" xmlns="" id="{82AE84F9-F3E6-5F8B-C010-C3461084F966}"/>
              </a:ext>
            </a:extLst>
          </p:cNvPr>
          <p:cNvSpPr txBox="1"/>
          <p:nvPr/>
        </p:nvSpPr>
        <p:spPr>
          <a:xfrm>
            <a:off x="1243131" y="1496599"/>
            <a:ext cx="1337285" cy="100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xmlns="" id="{AC3F729A-7F52-6DE2-FC39-A1D32F544475}"/>
              </a:ext>
            </a:extLst>
          </p:cNvPr>
          <p:cNvSpPr txBox="1"/>
          <p:nvPr/>
        </p:nvSpPr>
        <p:spPr>
          <a:xfrm>
            <a:off x="2580416" y="1414049"/>
            <a:ext cx="611027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ko-KR" altLang="en-US" sz="69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시연 영상</a:t>
            </a:r>
            <a:endParaRPr lang="en-US" sz="6999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68" name="Group 68">
            <a:extLst>
              <a:ext uri="{FF2B5EF4-FFF2-40B4-BE49-F238E27FC236}">
                <a16:creationId xmlns:a16="http://schemas.microsoft.com/office/drawing/2014/main" xmlns="" id="{CA925054-C6EE-2780-DCA1-A7C5DF4C3ABB}"/>
              </a:ext>
            </a:extLst>
          </p:cNvPr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69" name="Group 69">
              <a:extLst>
                <a:ext uri="{FF2B5EF4-FFF2-40B4-BE49-F238E27FC236}">
                  <a16:creationId xmlns:a16="http://schemas.microsoft.com/office/drawing/2014/main" xmlns="" id="{B7B7AAE2-EF06-9F50-5A13-2E8A9C113F9F}"/>
                </a:ext>
              </a:extLst>
            </p:cNvPr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70" name="Freeform 70">
                <a:extLst>
                  <a:ext uri="{FF2B5EF4-FFF2-40B4-BE49-F238E27FC236}">
                    <a16:creationId xmlns:a16="http://schemas.microsoft.com/office/drawing/2014/main" xmlns="" id="{AF054F2E-95DC-0AE5-BA4B-D9F90653F7FA}"/>
                  </a:ext>
                </a:extLst>
              </p:cNvPr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TextBox 71">
                <a:extLst>
                  <a:ext uri="{FF2B5EF4-FFF2-40B4-BE49-F238E27FC236}">
                    <a16:creationId xmlns:a16="http://schemas.microsoft.com/office/drawing/2014/main" xmlns="" id="{275DE4BD-BB37-1FFA-1EDD-5D259B53A4F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2" name="Group 72">
              <a:extLst>
                <a:ext uri="{FF2B5EF4-FFF2-40B4-BE49-F238E27FC236}">
                  <a16:creationId xmlns:a16="http://schemas.microsoft.com/office/drawing/2014/main" xmlns="" id="{FC039B76-AA10-65D5-48A8-3896800AA1DB}"/>
                </a:ext>
              </a:extLst>
            </p:cNvPr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73" name="Freeform 73">
                <a:extLst>
                  <a:ext uri="{FF2B5EF4-FFF2-40B4-BE49-F238E27FC236}">
                    <a16:creationId xmlns:a16="http://schemas.microsoft.com/office/drawing/2014/main" xmlns="" id="{93E395C2-0B4B-C450-35FA-234B6A6C1B42}"/>
                  </a:ext>
                </a:extLst>
              </p:cNvPr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>
                <a:extLst>
                  <a:ext uri="{FF2B5EF4-FFF2-40B4-BE49-F238E27FC236}">
                    <a16:creationId xmlns:a16="http://schemas.microsoft.com/office/drawing/2014/main" xmlns="" id="{45DB43BA-2E05-5F6A-1AD0-200520CD8D3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xmlns="" id="{EB988D45-5056-8A9B-755C-037546EE4BE0}"/>
                </a:ext>
              </a:extLst>
            </p:cNvPr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xmlns="" id="{56A32511-DECE-93B3-3BC1-E21AEFC2B9E1}"/>
                  </a:ext>
                </a:extLst>
              </p:cNvPr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TextBox 77">
                <a:extLst>
                  <a:ext uri="{FF2B5EF4-FFF2-40B4-BE49-F238E27FC236}">
                    <a16:creationId xmlns:a16="http://schemas.microsoft.com/office/drawing/2014/main" xmlns="" id="{FA0E1BD8-AC70-1665-2FDC-9C059CD1B37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8" name="Group 78">
              <a:extLst>
                <a:ext uri="{FF2B5EF4-FFF2-40B4-BE49-F238E27FC236}">
                  <a16:creationId xmlns:a16="http://schemas.microsoft.com/office/drawing/2014/main" xmlns="" id="{D50C15D0-1A67-53D4-6330-024075A71FD0}"/>
                </a:ext>
              </a:extLst>
            </p:cNvPr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79" name="Freeform 79">
                <a:extLst>
                  <a:ext uri="{FF2B5EF4-FFF2-40B4-BE49-F238E27FC236}">
                    <a16:creationId xmlns:a16="http://schemas.microsoft.com/office/drawing/2014/main" xmlns="" id="{9E13C6AE-C5DD-13B9-EBCD-57479E60BA09}"/>
                  </a:ext>
                </a:extLst>
              </p:cNvPr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0" name="TextBox 80">
                <a:extLst>
                  <a:ext uri="{FF2B5EF4-FFF2-40B4-BE49-F238E27FC236}">
                    <a16:creationId xmlns:a16="http://schemas.microsoft.com/office/drawing/2014/main" xmlns="" id="{5B50021F-4901-9609-E030-B88B8414FED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1" name="Group 81">
              <a:extLst>
                <a:ext uri="{FF2B5EF4-FFF2-40B4-BE49-F238E27FC236}">
                  <a16:creationId xmlns:a16="http://schemas.microsoft.com/office/drawing/2014/main" xmlns="" id="{DF9C6FA8-E12E-1AA0-0E4B-D1B296697E14}"/>
                </a:ext>
              </a:extLst>
            </p:cNvPr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82" name="Freeform 82">
                <a:extLst>
                  <a:ext uri="{FF2B5EF4-FFF2-40B4-BE49-F238E27FC236}">
                    <a16:creationId xmlns:a16="http://schemas.microsoft.com/office/drawing/2014/main" xmlns="" id="{1E65F581-ACEB-77E4-36D8-C8E55F263E9D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3" name="TextBox 83">
                <a:extLst>
                  <a:ext uri="{FF2B5EF4-FFF2-40B4-BE49-F238E27FC236}">
                    <a16:creationId xmlns:a16="http://schemas.microsoft.com/office/drawing/2014/main" xmlns="" id="{4C52FCFA-4B23-A54C-0041-400CADCFB90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4" name="Group 84">
              <a:extLst>
                <a:ext uri="{FF2B5EF4-FFF2-40B4-BE49-F238E27FC236}">
                  <a16:creationId xmlns:a16="http://schemas.microsoft.com/office/drawing/2014/main" xmlns="" id="{559699CD-0ACA-9D12-8D51-BD53D70F48E5}"/>
                </a:ext>
              </a:extLst>
            </p:cNvPr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85" name="Freeform 85">
                <a:extLst>
                  <a:ext uri="{FF2B5EF4-FFF2-40B4-BE49-F238E27FC236}">
                    <a16:creationId xmlns:a16="http://schemas.microsoft.com/office/drawing/2014/main" xmlns="" id="{F6362684-07BF-92C7-1B65-90219E046ECF}"/>
                  </a:ext>
                </a:extLst>
              </p:cNvPr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6" name="TextBox 86">
                <a:extLst>
                  <a:ext uri="{FF2B5EF4-FFF2-40B4-BE49-F238E27FC236}">
                    <a16:creationId xmlns:a16="http://schemas.microsoft.com/office/drawing/2014/main" xmlns="" id="{CB848A04-E294-D16B-BF96-94BFAC2A424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7" name="Group 87">
              <a:extLst>
                <a:ext uri="{FF2B5EF4-FFF2-40B4-BE49-F238E27FC236}">
                  <a16:creationId xmlns:a16="http://schemas.microsoft.com/office/drawing/2014/main" xmlns="" id="{8EB3AE2C-CBD2-E6B8-A4F6-28AB07D624DA}"/>
                </a:ext>
              </a:extLst>
            </p:cNvPr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xmlns="" id="{0B701852-AB0B-1484-4E2C-F533206ECB4A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9" name="TextBox 89">
                <a:extLst>
                  <a:ext uri="{FF2B5EF4-FFF2-40B4-BE49-F238E27FC236}">
                    <a16:creationId xmlns:a16="http://schemas.microsoft.com/office/drawing/2014/main" xmlns="" id="{A149210A-7FCF-8E9D-B03D-02BA4D8F011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0" name="Group 90">
              <a:extLst>
                <a:ext uri="{FF2B5EF4-FFF2-40B4-BE49-F238E27FC236}">
                  <a16:creationId xmlns:a16="http://schemas.microsoft.com/office/drawing/2014/main" xmlns="" id="{E3D4B08D-1DB8-5AE7-93AB-0FDE6A0E03AB}"/>
                </a:ext>
              </a:extLst>
            </p:cNvPr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91" name="Freeform 91">
                <a:extLst>
                  <a:ext uri="{FF2B5EF4-FFF2-40B4-BE49-F238E27FC236}">
                    <a16:creationId xmlns:a16="http://schemas.microsoft.com/office/drawing/2014/main" xmlns="" id="{D92E090F-E48D-FE96-18AA-96649C233AB0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" name="TextBox 92">
                <a:extLst>
                  <a:ext uri="{FF2B5EF4-FFF2-40B4-BE49-F238E27FC236}">
                    <a16:creationId xmlns:a16="http://schemas.microsoft.com/office/drawing/2014/main" xmlns="" id="{FBE13E9B-2346-4E03-0AAF-8F8CEA3CDA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93" name="AutoShape 93">
              <a:extLst>
                <a:ext uri="{FF2B5EF4-FFF2-40B4-BE49-F238E27FC236}">
                  <a16:creationId xmlns:a16="http://schemas.microsoft.com/office/drawing/2014/main" xmlns="" id="{788FD348-7E26-44D5-8389-6DA569198E1A}"/>
                </a:ext>
              </a:extLst>
            </p:cNvPr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AutoShape 94">
              <a:extLst>
                <a:ext uri="{FF2B5EF4-FFF2-40B4-BE49-F238E27FC236}">
                  <a16:creationId xmlns:a16="http://schemas.microsoft.com/office/drawing/2014/main" xmlns="" id="{55B32741-12E1-7E10-6A7F-0AD7028563F3}"/>
                </a:ext>
              </a:extLst>
            </p:cNvPr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AutoShape 95">
              <a:extLst>
                <a:ext uri="{FF2B5EF4-FFF2-40B4-BE49-F238E27FC236}">
                  <a16:creationId xmlns:a16="http://schemas.microsoft.com/office/drawing/2014/main" xmlns="" id="{94E80F51-FBEA-CD61-DF4B-929C64C5207D}"/>
                </a:ext>
              </a:extLst>
            </p:cNvPr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96" name="Group 96">
              <a:extLst>
                <a:ext uri="{FF2B5EF4-FFF2-40B4-BE49-F238E27FC236}">
                  <a16:creationId xmlns:a16="http://schemas.microsoft.com/office/drawing/2014/main" xmlns="" id="{EB343C17-A7BC-C040-640F-CC263D13EA40}"/>
                </a:ext>
              </a:extLst>
            </p:cNvPr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97" name="Freeform 97">
                <a:extLst>
                  <a:ext uri="{FF2B5EF4-FFF2-40B4-BE49-F238E27FC236}">
                    <a16:creationId xmlns:a16="http://schemas.microsoft.com/office/drawing/2014/main" xmlns="" id="{C8BBAFD8-E60C-4CCD-212F-BF850440EDE9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8" name="TextBox 98">
                <a:extLst>
                  <a:ext uri="{FF2B5EF4-FFF2-40B4-BE49-F238E27FC236}">
                    <a16:creationId xmlns:a16="http://schemas.microsoft.com/office/drawing/2014/main" xmlns="" id="{74D55E15-CDF9-EB04-8073-1B851059AA0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9" name="Group 99">
              <a:extLst>
                <a:ext uri="{FF2B5EF4-FFF2-40B4-BE49-F238E27FC236}">
                  <a16:creationId xmlns:a16="http://schemas.microsoft.com/office/drawing/2014/main" xmlns="" id="{A6A477A2-440F-2F0C-32CF-20B1364E5ACF}"/>
                </a:ext>
              </a:extLst>
            </p:cNvPr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100" name="Freeform 100">
                <a:extLst>
                  <a:ext uri="{FF2B5EF4-FFF2-40B4-BE49-F238E27FC236}">
                    <a16:creationId xmlns:a16="http://schemas.microsoft.com/office/drawing/2014/main" xmlns="" id="{8576CFC3-1873-61BB-2C3C-ADEA08B9A3F6}"/>
                  </a:ext>
                </a:extLst>
              </p:cNvPr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>
                <a:extLst>
                  <a:ext uri="{FF2B5EF4-FFF2-40B4-BE49-F238E27FC236}">
                    <a16:creationId xmlns:a16="http://schemas.microsoft.com/office/drawing/2014/main" xmlns="" id="{A4872277-E784-7122-6D16-C9335A603AF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2" name="Group 102">
              <a:extLst>
                <a:ext uri="{FF2B5EF4-FFF2-40B4-BE49-F238E27FC236}">
                  <a16:creationId xmlns:a16="http://schemas.microsoft.com/office/drawing/2014/main" xmlns="" id="{8E108706-F023-2E89-E7BA-9505C32D72A3}"/>
                </a:ext>
              </a:extLst>
            </p:cNvPr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103" name="Freeform 103">
                <a:extLst>
                  <a:ext uri="{FF2B5EF4-FFF2-40B4-BE49-F238E27FC236}">
                    <a16:creationId xmlns:a16="http://schemas.microsoft.com/office/drawing/2014/main" xmlns="" id="{B26F61E1-E9F7-6686-4960-D5B7C51000C7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4" name="TextBox 104">
                <a:extLst>
                  <a:ext uri="{FF2B5EF4-FFF2-40B4-BE49-F238E27FC236}">
                    <a16:creationId xmlns:a16="http://schemas.microsoft.com/office/drawing/2014/main" xmlns="" id="{EA5A9B95-230D-CDB7-892B-FBD33688754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5" name="Group 105">
              <a:extLst>
                <a:ext uri="{FF2B5EF4-FFF2-40B4-BE49-F238E27FC236}">
                  <a16:creationId xmlns:a16="http://schemas.microsoft.com/office/drawing/2014/main" xmlns="" id="{9CABAE4E-038B-C0EC-63BC-EE7BCA930E86}"/>
                </a:ext>
              </a:extLst>
            </p:cNvPr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106" name="Freeform 106">
                <a:extLst>
                  <a:ext uri="{FF2B5EF4-FFF2-40B4-BE49-F238E27FC236}">
                    <a16:creationId xmlns:a16="http://schemas.microsoft.com/office/drawing/2014/main" xmlns="" id="{F0B78867-4567-03C0-D1CB-BC6DD80E9BE5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7" name="TextBox 107">
                <a:extLst>
                  <a:ext uri="{FF2B5EF4-FFF2-40B4-BE49-F238E27FC236}">
                    <a16:creationId xmlns:a16="http://schemas.microsoft.com/office/drawing/2014/main" xmlns="" id="{AD5F55E9-6893-9851-4DA4-0757AB434078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8" name="Group 108">
              <a:extLst>
                <a:ext uri="{FF2B5EF4-FFF2-40B4-BE49-F238E27FC236}">
                  <a16:creationId xmlns:a16="http://schemas.microsoft.com/office/drawing/2014/main" xmlns="" id="{2C29BB72-D604-4938-9AF0-4B9E24313EDD}"/>
                </a:ext>
              </a:extLst>
            </p:cNvPr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109" name="Freeform 109">
                <a:extLst>
                  <a:ext uri="{FF2B5EF4-FFF2-40B4-BE49-F238E27FC236}">
                    <a16:creationId xmlns:a16="http://schemas.microsoft.com/office/drawing/2014/main" xmlns="" id="{AA417598-54FB-0289-8971-81A25BFEBEFC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0" name="TextBox 110">
                <a:extLst>
                  <a:ext uri="{FF2B5EF4-FFF2-40B4-BE49-F238E27FC236}">
                    <a16:creationId xmlns:a16="http://schemas.microsoft.com/office/drawing/2014/main" xmlns="" id="{05DE57EB-2DFD-83C8-ECBB-356A8B41E971}"/>
                  </a:ext>
                </a:extLst>
              </p:cNvPr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1" name="Group 111">
              <a:extLst>
                <a:ext uri="{FF2B5EF4-FFF2-40B4-BE49-F238E27FC236}">
                  <a16:creationId xmlns:a16="http://schemas.microsoft.com/office/drawing/2014/main" xmlns="" id="{06DE6F73-C55C-1281-D310-4FC31E7538F8}"/>
                </a:ext>
              </a:extLst>
            </p:cNvPr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112" name="Freeform 112">
                <a:extLst>
                  <a:ext uri="{FF2B5EF4-FFF2-40B4-BE49-F238E27FC236}">
                    <a16:creationId xmlns:a16="http://schemas.microsoft.com/office/drawing/2014/main" xmlns="" id="{D23461A3-E73E-8B63-6268-106A53FDA036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3" name="TextBox 113">
                <a:extLst>
                  <a:ext uri="{FF2B5EF4-FFF2-40B4-BE49-F238E27FC236}">
                    <a16:creationId xmlns:a16="http://schemas.microsoft.com/office/drawing/2014/main" xmlns="" id="{6D3C9F44-860B-6A56-64D1-828F33D35295}"/>
                  </a:ext>
                </a:extLst>
              </p:cNvPr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4" name="Group 114">
              <a:extLst>
                <a:ext uri="{FF2B5EF4-FFF2-40B4-BE49-F238E27FC236}">
                  <a16:creationId xmlns:a16="http://schemas.microsoft.com/office/drawing/2014/main" xmlns="" id="{CF23A509-D2EA-F533-317E-1455080FEBD0}"/>
                </a:ext>
              </a:extLst>
            </p:cNvPr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115" name="Freeform 115">
                <a:extLst>
                  <a:ext uri="{FF2B5EF4-FFF2-40B4-BE49-F238E27FC236}">
                    <a16:creationId xmlns:a16="http://schemas.microsoft.com/office/drawing/2014/main" xmlns="" id="{9388F282-F2C3-17BC-89AA-D281DFADB263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6" name="TextBox 116">
                <a:extLst>
                  <a:ext uri="{FF2B5EF4-FFF2-40B4-BE49-F238E27FC236}">
                    <a16:creationId xmlns:a16="http://schemas.microsoft.com/office/drawing/2014/main" xmlns="" id="{63619B4A-2DE9-852B-8A45-FC5530BA6706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175" y="2640960"/>
            <a:ext cx="10947747" cy="612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137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01C5DB8-CF63-62EA-9F95-0180B3A6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EF7C62C6-E093-E6B1-640C-576C0C7FCAF7}"/>
              </a:ext>
            </a:extLst>
          </p:cNvPr>
          <p:cNvGrpSpPr/>
          <p:nvPr/>
        </p:nvGrpSpPr>
        <p:grpSpPr>
          <a:xfrm>
            <a:off x="-1147701" y="-190500"/>
            <a:ext cx="20715765" cy="10381140"/>
            <a:chOff x="0" y="0"/>
            <a:chExt cx="27621019" cy="1384152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463EA492-31B1-260C-FA0C-CCD0CB3C9A34}"/>
                </a:ext>
              </a:extLst>
            </p:cNvPr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A2EDC9B0-14F1-ABB8-F82F-AAF937766518}"/>
                </a:ext>
              </a:extLst>
            </p:cNvPr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xmlns="" id="{0D9FA5DB-B53C-3D7A-F313-92455073E6DD}"/>
                </a:ext>
              </a:extLst>
            </p:cNvPr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296D2EE8-1B07-6680-3E2A-836FC90F444A}"/>
                </a:ext>
              </a:extLst>
            </p:cNvPr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0E575CCE-8D43-87B8-6F43-A7CBAA0C4C76}"/>
                </a:ext>
              </a:extLst>
            </p:cNvPr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B48C7D4D-EA8D-713E-9863-B5CEA2CFF98C}"/>
                </a:ext>
              </a:extLst>
            </p:cNvPr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524E0D99-24DB-0C39-C162-551C9C07B843}"/>
                </a:ext>
              </a:extLst>
            </p:cNvPr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CE3CC61D-4EAC-1EE9-390A-5C5EB281E258}"/>
                </a:ext>
              </a:extLst>
            </p:cNvPr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66538675-5D66-9108-D895-1F67CBB41593}"/>
              </a:ext>
            </a:extLst>
          </p:cNvPr>
          <p:cNvGrpSpPr/>
          <p:nvPr/>
        </p:nvGrpSpPr>
        <p:grpSpPr>
          <a:xfrm>
            <a:off x="261466" y="838519"/>
            <a:ext cx="17874134" cy="8766225"/>
            <a:chOff x="0" y="0"/>
            <a:chExt cx="21914407" cy="116883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xmlns="" id="{58BA5A29-C4DB-0D23-F71A-F31748CD439C}"/>
                </a:ext>
              </a:extLst>
            </p:cNvPr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xmlns="" id="{168DB8BE-CBF2-DF85-CF5D-1D7ACB7A0119}"/>
                  </a:ext>
                </a:extLst>
              </p:cNvPr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xmlns="" id="{870091C4-7CBC-3457-8A55-795BEF6D2C3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xmlns="" id="{5D5BCC19-A950-EB0E-E1EC-3128DEF06CCC}"/>
                </a:ext>
              </a:extLst>
            </p:cNvPr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xmlns="" id="{98989445-35B3-E680-42BA-1866076FB2F4}"/>
                  </a:ext>
                </a:extLst>
              </p:cNvPr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xmlns="" id="{C7128FA2-CA6D-0DC7-7B02-63FC21E99B9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xmlns="" id="{4858BD34-FC05-5578-DE71-32D76D8637A6}"/>
                </a:ext>
              </a:extLst>
            </p:cNvPr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xmlns="" id="{714357B0-CBDF-DD35-9704-47EC908C250D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xmlns="" id="{A810FDA2-E4BF-F5D5-196E-AC7A41A1983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28" name="TextBox 28">
            <a:extLst>
              <a:ext uri="{FF2B5EF4-FFF2-40B4-BE49-F238E27FC236}">
                <a16:creationId xmlns:a16="http://schemas.microsoft.com/office/drawing/2014/main" xmlns="" id="{82AE84F9-F3E6-5F8B-C010-C3461084F966}"/>
              </a:ext>
            </a:extLst>
          </p:cNvPr>
          <p:cNvSpPr txBox="1"/>
          <p:nvPr/>
        </p:nvSpPr>
        <p:spPr>
          <a:xfrm>
            <a:off x="1243131" y="1496599"/>
            <a:ext cx="1337285" cy="100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04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xmlns="" id="{AC3F729A-7F52-6DE2-FC39-A1D32F544475}"/>
              </a:ext>
            </a:extLst>
          </p:cNvPr>
          <p:cNvSpPr txBox="1"/>
          <p:nvPr/>
        </p:nvSpPr>
        <p:spPr>
          <a:xfrm>
            <a:off x="2580416" y="1414049"/>
            <a:ext cx="611027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ko-KR" altLang="en-US" sz="69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시연 </a:t>
            </a:r>
            <a:r>
              <a:rPr lang="ko-KR" altLang="en-US" sz="6999" dirty="0" smtClean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화면</a:t>
            </a:r>
            <a:endParaRPr lang="en-US" sz="6999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68" name="Group 68">
            <a:extLst>
              <a:ext uri="{FF2B5EF4-FFF2-40B4-BE49-F238E27FC236}">
                <a16:creationId xmlns:a16="http://schemas.microsoft.com/office/drawing/2014/main" xmlns="" id="{CA925054-C6EE-2780-DCA1-A7C5DF4C3ABB}"/>
              </a:ext>
            </a:extLst>
          </p:cNvPr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69" name="Group 69">
              <a:extLst>
                <a:ext uri="{FF2B5EF4-FFF2-40B4-BE49-F238E27FC236}">
                  <a16:creationId xmlns:a16="http://schemas.microsoft.com/office/drawing/2014/main" xmlns="" id="{B7B7AAE2-EF06-9F50-5A13-2E8A9C113F9F}"/>
                </a:ext>
              </a:extLst>
            </p:cNvPr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70" name="Freeform 70">
                <a:extLst>
                  <a:ext uri="{FF2B5EF4-FFF2-40B4-BE49-F238E27FC236}">
                    <a16:creationId xmlns:a16="http://schemas.microsoft.com/office/drawing/2014/main" xmlns="" id="{AF054F2E-95DC-0AE5-BA4B-D9F90653F7FA}"/>
                  </a:ext>
                </a:extLst>
              </p:cNvPr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TextBox 71">
                <a:extLst>
                  <a:ext uri="{FF2B5EF4-FFF2-40B4-BE49-F238E27FC236}">
                    <a16:creationId xmlns:a16="http://schemas.microsoft.com/office/drawing/2014/main" xmlns="" id="{275DE4BD-BB37-1FFA-1EDD-5D259B53A4F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2" name="Group 72">
              <a:extLst>
                <a:ext uri="{FF2B5EF4-FFF2-40B4-BE49-F238E27FC236}">
                  <a16:creationId xmlns:a16="http://schemas.microsoft.com/office/drawing/2014/main" xmlns="" id="{FC039B76-AA10-65D5-48A8-3896800AA1DB}"/>
                </a:ext>
              </a:extLst>
            </p:cNvPr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73" name="Freeform 73">
                <a:extLst>
                  <a:ext uri="{FF2B5EF4-FFF2-40B4-BE49-F238E27FC236}">
                    <a16:creationId xmlns:a16="http://schemas.microsoft.com/office/drawing/2014/main" xmlns="" id="{93E395C2-0B4B-C450-35FA-234B6A6C1B42}"/>
                  </a:ext>
                </a:extLst>
              </p:cNvPr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>
                <a:extLst>
                  <a:ext uri="{FF2B5EF4-FFF2-40B4-BE49-F238E27FC236}">
                    <a16:creationId xmlns:a16="http://schemas.microsoft.com/office/drawing/2014/main" xmlns="" id="{45DB43BA-2E05-5F6A-1AD0-200520CD8D3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xmlns="" id="{EB988D45-5056-8A9B-755C-037546EE4BE0}"/>
                </a:ext>
              </a:extLst>
            </p:cNvPr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xmlns="" id="{56A32511-DECE-93B3-3BC1-E21AEFC2B9E1}"/>
                  </a:ext>
                </a:extLst>
              </p:cNvPr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TextBox 77">
                <a:extLst>
                  <a:ext uri="{FF2B5EF4-FFF2-40B4-BE49-F238E27FC236}">
                    <a16:creationId xmlns:a16="http://schemas.microsoft.com/office/drawing/2014/main" xmlns="" id="{FA0E1BD8-AC70-1665-2FDC-9C059CD1B37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8" name="Group 78">
              <a:extLst>
                <a:ext uri="{FF2B5EF4-FFF2-40B4-BE49-F238E27FC236}">
                  <a16:creationId xmlns:a16="http://schemas.microsoft.com/office/drawing/2014/main" xmlns="" id="{D50C15D0-1A67-53D4-6330-024075A71FD0}"/>
                </a:ext>
              </a:extLst>
            </p:cNvPr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79" name="Freeform 79">
                <a:extLst>
                  <a:ext uri="{FF2B5EF4-FFF2-40B4-BE49-F238E27FC236}">
                    <a16:creationId xmlns:a16="http://schemas.microsoft.com/office/drawing/2014/main" xmlns="" id="{9E13C6AE-C5DD-13B9-EBCD-57479E60BA09}"/>
                  </a:ext>
                </a:extLst>
              </p:cNvPr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0" name="TextBox 80">
                <a:extLst>
                  <a:ext uri="{FF2B5EF4-FFF2-40B4-BE49-F238E27FC236}">
                    <a16:creationId xmlns:a16="http://schemas.microsoft.com/office/drawing/2014/main" xmlns="" id="{5B50021F-4901-9609-E030-B88B8414FED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1" name="Group 81">
              <a:extLst>
                <a:ext uri="{FF2B5EF4-FFF2-40B4-BE49-F238E27FC236}">
                  <a16:creationId xmlns:a16="http://schemas.microsoft.com/office/drawing/2014/main" xmlns="" id="{DF9C6FA8-E12E-1AA0-0E4B-D1B296697E14}"/>
                </a:ext>
              </a:extLst>
            </p:cNvPr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82" name="Freeform 82">
                <a:extLst>
                  <a:ext uri="{FF2B5EF4-FFF2-40B4-BE49-F238E27FC236}">
                    <a16:creationId xmlns:a16="http://schemas.microsoft.com/office/drawing/2014/main" xmlns="" id="{1E65F581-ACEB-77E4-36D8-C8E55F263E9D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3" name="TextBox 83">
                <a:extLst>
                  <a:ext uri="{FF2B5EF4-FFF2-40B4-BE49-F238E27FC236}">
                    <a16:creationId xmlns:a16="http://schemas.microsoft.com/office/drawing/2014/main" xmlns="" id="{4C52FCFA-4B23-A54C-0041-400CADCFB90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4" name="Group 84">
              <a:extLst>
                <a:ext uri="{FF2B5EF4-FFF2-40B4-BE49-F238E27FC236}">
                  <a16:creationId xmlns:a16="http://schemas.microsoft.com/office/drawing/2014/main" xmlns="" id="{559699CD-0ACA-9D12-8D51-BD53D70F48E5}"/>
                </a:ext>
              </a:extLst>
            </p:cNvPr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85" name="Freeform 85">
                <a:extLst>
                  <a:ext uri="{FF2B5EF4-FFF2-40B4-BE49-F238E27FC236}">
                    <a16:creationId xmlns:a16="http://schemas.microsoft.com/office/drawing/2014/main" xmlns="" id="{F6362684-07BF-92C7-1B65-90219E046ECF}"/>
                  </a:ext>
                </a:extLst>
              </p:cNvPr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6" name="TextBox 86">
                <a:extLst>
                  <a:ext uri="{FF2B5EF4-FFF2-40B4-BE49-F238E27FC236}">
                    <a16:creationId xmlns:a16="http://schemas.microsoft.com/office/drawing/2014/main" xmlns="" id="{CB848A04-E294-D16B-BF96-94BFAC2A424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7" name="Group 87">
              <a:extLst>
                <a:ext uri="{FF2B5EF4-FFF2-40B4-BE49-F238E27FC236}">
                  <a16:creationId xmlns:a16="http://schemas.microsoft.com/office/drawing/2014/main" xmlns="" id="{8EB3AE2C-CBD2-E6B8-A4F6-28AB07D624DA}"/>
                </a:ext>
              </a:extLst>
            </p:cNvPr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xmlns="" id="{0B701852-AB0B-1484-4E2C-F533206ECB4A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9" name="TextBox 89">
                <a:extLst>
                  <a:ext uri="{FF2B5EF4-FFF2-40B4-BE49-F238E27FC236}">
                    <a16:creationId xmlns:a16="http://schemas.microsoft.com/office/drawing/2014/main" xmlns="" id="{A149210A-7FCF-8E9D-B03D-02BA4D8F011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0" name="Group 90">
              <a:extLst>
                <a:ext uri="{FF2B5EF4-FFF2-40B4-BE49-F238E27FC236}">
                  <a16:creationId xmlns:a16="http://schemas.microsoft.com/office/drawing/2014/main" xmlns="" id="{E3D4B08D-1DB8-5AE7-93AB-0FDE6A0E03AB}"/>
                </a:ext>
              </a:extLst>
            </p:cNvPr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91" name="Freeform 91">
                <a:extLst>
                  <a:ext uri="{FF2B5EF4-FFF2-40B4-BE49-F238E27FC236}">
                    <a16:creationId xmlns:a16="http://schemas.microsoft.com/office/drawing/2014/main" xmlns="" id="{D92E090F-E48D-FE96-18AA-96649C233AB0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" name="TextBox 92">
                <a:extLst>
                  <a:ext uri="{FF2B5EF4-FFF2-40B4-BE49-F238E27FC236}">
                    <a16:creationId xmlns:a16="http://schemas.microsoft.com/office/drawing/2014/main" xmlns="" id="{FBE13E9B-2346-4E03-0AAF-8F8CEA3CDA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93" name="AutoShape 93">
              <a:extLst>
                <a:ext uri="{FF2B5EF4-FFF2-40B4-BE49-F238E27FC236}">
                  <a16:creationId xmlns:a16="http://schemas.microsoft.com/office/drawing/2014/main" xmlns="" id="{788FD348-7E26-44D5-8389-6DA569198E1A}"/>
                </a:ext>
              </a:extLst>
            </p:cNvPr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AutoShape 94">
              <a:extLst>
                <a:ext uri="{FF2B5EF4-FFF2-40B4-BE49-F238E27FC236}">
                  <a16:creationId xmlns:a16="http://schemas.microsoft.com/office/drawing/2014/main" xmlns="" id="{55B32741-12E1-7E10-6A7F-0AD7028563F3}"/>
                </a:ext>
              </a:extLst>
            </p:cNvPr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AutoShape 95">
              <a:extLst>
                <a:ext uri="{FF2B5EF4-FFF2-40B4-BE49-F238E27FC236}">
                  <a16:creationId xmlns:a16="http://schemas.microsoft.com/office/drawing/2014/main" xmlns="" id="{94E80F51-FBEA-CD61-DF4B-929C64C5207D}"/>
                </a:ext>
              </a:extLst>
            </p:cNvPr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96" name="Group 96">
              <a:extLst>
                <a:ext uri="{FF2B5EF4-FFF2-40B4-BE49-F238E27FC236}">
                  <a16:creationId xmlns:a16="http://schemas.microsoft.com/office/drawing/2014/main" xmlns="" id="{EB343C17-A7BC-C040-640F-CC263D13EA40}"/>
                </a:ext>
              </a:extLst>
            </p:cNvPr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97" name="Freeform 97">
                <a:extLst>
                  <a:ext uri="{FF2B5EF4-FFF2-40B4-BE49-F238E27FC236}">
                    <a16:creationId xmlns:a16="http://schemas.microsoft.com/office/drawing/2014/main" xmlns="" id="{C8BBAFD8-E60C-4CCD-212F-BF850440EDE9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8" name="TextBox 98">
                <a:extLst>
                  <a:ext uri="{FF2B5EF4-FFF2-40B4-BE49-F238E27FC236}">
                    <a16:creationId xmlns:a16="http://schemas.microsoft.com/office/drawing/2014/main" xmlns="" id="{74D55E15-CDF9-EB04-8073-1B851059AA0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9" name="Group 99">
              <a:extLst>
                <a:ext uri="{FF2B5EF4-FFF2-40B4-BE49-F238E27FC236}">
                  <a16:creationId xmlns:a16="http://schemas.microsoft.com/office/drawing/2014/main" xmlns="" id="{A6A477A2-440F-2F0C-32CF-20B1364E5ACF}"/>
                </a:ext>
              </a:extLst>
            </p:cNvPr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100" name="Freeform 100">
                <a:extLst>
                  <a:ext uri="{FF2B5EF4-FFF2-40B4-BE49-F238E27FC236}">
                    <a16:creationId xmlns:a16="http://schemas.microsoft.com/office/drawing/2014/main" xmlns="" id="{8576CFC3-1873-61BB-2C3C-ADEA08B9A3F6}"/>
                  </a:ext>
                </a:extLst>
              </p:cNvPr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>
                <a:extLst>
                  <a:ext uri="{FF2B5EF4-FFF2-40B4-BE49-F238E27FC236}">
                    <a16:creationId xmlns:a16="http://schemas.microsoft.com/office/drawing/2014/main" xmlns="" id="{A4872277-E784-7122-6D16-C9335A603AF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2" name="Group 102">
              <a:extLst>
                <a:ext uri="{FF2B5EF4-FFF2-40B4-BE49-F238E27FC236}">
                  <a16:creationId xmlns:a16="http://schemas.microsoft.com/office/drawing/2014/main" xmlns="" id="{8E108706-F023-2E89-E7BA-9505C32D72A3}"/>
                </a:ext>
              </a:extLst>
            </p:cNvPr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103" name="Freeform 103">
                <a:extLst>
                  <a:ext uri="{FF2B5EF4-FFF2-40B4-BE49-F238E27FC236}">
                    <a16:creationId xmlns:a16="http://schemas.microsoft.com/office/drawing/2014/main" xmlns="" id="{B26F61E1-E9F7-6686-4960-D5B7C51000C7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4" name="TextBox 104">
                <a:extLst>
                  <a:ext uri="{FF2B5EF4-FFF2-40B4-BE49-F238E27FC236}">
                    <a16:creationId xmlns:a16="http://schemas.microsoft.com/office/drawing/2014/main" xmlns="" id="{EA5A9B95-230D-CDB7-892B-FBD33688754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5" name="Group 105">
              <a:extLst>
                <a:ext uri="{FF2B5EF4-FFF2-40B4-BE49-F238E27FC236}">
                  <a16:creationId xmlns:a16="http://schemas.microsoft.com/office/drawing/2014/main" xmlns="" id="{9CABAE4E-038B-C0EC-63BC-EE7BCA930E86}"/>
                </a:ext>
              </a:extLst>
            </p:cNvPr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106" name="Freeform 106">
                <a:extLst>
                  <a:ext uri="{FF2B5EF4-FFF2-40B4-BE49-F238E27FC236}">
                    <a16:creationId xmlns:a16="http://schemas.microsoft.com/office/drawing/2014/main" xmlns="" id="{F0B78867-4567-03C0-D1CB-BC6DD80E9BE5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7" name="TextBox 107">
                <a:extLst>
                  <a:ext uri="{FF2B5EF4-FFF2-40B4-BE49-F238E27FC236}">
                    <a16:creationId xmlns:a16="http://schemas.microsoft.com/office/drawing/2014/main" xmlns="" id="{AD5F55E9-6893-9851-4DA4-0757AB434078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8" name="Group 108">
              <a:extLst>
                <a:ext uri="{FF2B5EF4-FFF2-40B4-BE49-F238E27FC236}">
                  <a16:creationId xmlns:a16="http://schemas.microsoft.com/office/drawing/2014/main" xmlns="" id="{2C29BB72-D604-4938-9AF0-4B9E24313EDD}"/>
                </a:ext>
              </a:extLst>
            </p:cNvPr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109" name="Freeform 109">
                <a:extLst>
                  <a:ext uri="{FF2B5EF4-FFF2-40B4-BE49-F238E27FC236}">
                    <a16:creationId xmlns:a16="http://schemas.microsoft.com/office/drawing/2014/main" xmlns="" id="{AA417598-54FB-0289-8971-81A25BFEBEFC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0" name="TextBox 110">
                <a:extLst>
                  <a:ext uri="{FF2B5EF4-FFF2-40B4-BE49-F238E27FC236}">
                    <a16:creationId xmlns:a16="http://schemas.microsoft.com/office/drawing/2014/main" xmlns="" id="{05DE57EB-2DFD-83C8-ECBB-356A8B41E971}"/>
                  </a:ext>
                </a:extLst>
              </p:cNvPr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1" name="Group 111">
              <a:extLst>
                <a:ext uri="{FF2B5EF4-FFF2-40B4-BE49-F238E27FC236}">
                  <a16:creationId xmlns:a16="http://schemas.microsoft.com/office/drawing/2014/main" xmlns="" id="{06DE6F73-C55C-1281-D310-4FC31E7538F8}"/>
                </a:ext>
              </a:extLst>
            </p:cNvPr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112" name="Freeform 112">
                <a:extLst>
                  <a:ext uri="{FF2B5EF4-FFF2-40B4-BE49-F238E27FC236}">
                    <a16:creationId xmlns:a16="http://schemas.microsoft.com/office/drawing/2014/main" xmlns="" id="{D23461A3-E73E-8B63-6268-106A53FDA036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3" name="TextBox 113">
                <a:extLst>
                  <a:ext uri="{FF2B5EF4-FFF2-40B4-BE49-F238E27FC236}">
                    <a16:creationId xmlns:a16="http://schemas.microsoft.com/office/drawing/2014/main" xmlns="" id="{6D3C9F44-860B-6A56-64D1-828F33D35295}"/>
                  </a:ext>
                </a:extLst>
              </p:cNvPr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4" name="Group 114">
              <a:extLst>
                <a:ext uri="{FF2B5EF4-FFF2-40B4-BE49-F238E27FC236}">
                  <a16:creationId xmlns:a16="http://schemas.microsoft.com/office/drawing/2014/main" xmlns="" id="{CF23A509-D2EA-F533-317E-1455080FEBD0}"/>
                </a:ext>
              </a:extLst>
            </p:cNvPr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115" name="Freeform 115">
                <a:extLst>
                  <a:ext uri="{FF2B5EF4-FFF2-40B4-BE49-F238E27FC236}">
                    <a16:creationId xmlns:a16="http://schemas.microsoft.com/office/drawing/2014/main" xmlns="" id="{9388F282-F2C3-17BC-89AA-D281DFADB263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6" name="TextBox 116">
                <a:extLst>
                  <a:ext uri="{FF2B5EF4-FFF2-40B4-BE49-F238E27FC236}">
                    <a16:creationId xmlns:a16="http://schemas.microsoft.com/office/drawing/2014/main" xmlns="" id="{63619B4A-2DE9-852B-8A45-FC5530BA6706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grpSp>
        <p:nvGrpSpPr>
          <p:cNvPr id="21" name="그룹 20"/>
          <p:cNvGrpSpPr/>
          <p:nvPr/>
        </p:nvGrpSpPr>
        <p:grpSpPr>
          <a:xfrm>
            <a:off x="540743" y="3116351"/>
            <a:ext cx="17214731" cy="4833329"/>
            <a:chOff x="290892" y="3060740"/>
            <a:chExt cx="17537748" cy="4924022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66" t="8621" r="1169" b="21830"/>
            <a:stretch/>
          </p:blipFill>
          <p:spPr>
            <a:xfrm>
              <a:off x="290892" y="3060740"/>
              <a:ext cx="9162887" cy="4803126"/>
            </a:xfrm>
            <a:prstGeom prst="rect">
              <a:avLst/>
            </a:prstGeom>
          </p:spPr>
        </p:pic>
        <p:pic>
          <p:nvPicPr>
            <p:cNvPr id="118" name="그림 117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10" t="5185" r="11763" b="38519"/>
            <a:stretch/>
          </p:blipFill>
          <p:spPr>
            <a:xfrm>
              <a:off x="9360465" y="3068344"/>
              <a:ext cx="8468175" cy="4916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9021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B15F6B7-0CEF-CB64-92CA-96E1C335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F5BF59A8-956E-63EF-147A-23C50D6DCB4B}"/>
              </a:ext>
            </a:extLst>
          </p:cNvPr>
          <p:cNvGrpSpPr/>
          <p:nvPr/>
        </p:nvGrpSpPr>
        <p:grpSpPr>
          <a:xfrm>
            <a:off x="-1147701" y="-94140"/>
            <a:ext cx="20715765" cy="10381140"/>
            <a:chOff x="0" y="0"/>
            <a:chExt cx="27621019" cy="1384152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B2CD64C4-134F-97FC-6E49-BE2AA3556FFE}"/>
                </a:ext>
              </a:extLst>
            </p:cNvPr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59E032A3-2211-F9B5-DD83-234E590A196B}"/>
                </a:ext>
              </a:extLst>
            </p:cNvPr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xmlns="" id="{70B0FF30-542C-F407-5855-8B6D1AED4082}"/>
                </a:ext>
              </a:extLst>
            </p:cNvPr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E54893FF-1C34-52BA-A0F0-CDEEC8F90832}"/>
                </a:ext>
              </a:extLst>
            </p:cNvPr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672ADCA8-7458-4D77-D17E-5FBCF2D1F494}"/>
                </a:ext>
              </a:extLst>
            </p:cNvPr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4C5EC53B-337C-1FEE-D8D9-903363404CF3}"/>
                </a:ext>
              </a:extLst>
            </p:cNvPr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F4E53570-4E51-106B-152C-185BE900C8CC}"/>
                </a:ext>
              </a:extLst>
            </p:cNvPr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FDCE72C4-90C0-65FB-3B5E-242866B6AF1A}"/>
                </a:ext>
              </a:extLst>
            </p:cNvPr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4F99824C-823F-4128-69DF-67075E3E3707}"/>
              </a:ext>
            </a:extLst>
          </p:cNvPr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xmlns="" id="{3116EB51-6A76-5A17-6CBF-89862B1E5175}"/>
                </a:ext>
              </a:extLst>
            </p:cNvPr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xmlns="" id="{0252EA65-02E1-8C5D-AE03-0D08DF397912}"/>
                  </a:ext>
                </a:extLst>
              </p:cNvPr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xmlns="" id="{21AC263D-EDC8-3C75-0D66-C3D3E1B3BF2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xmlns="" id="{2DCFF59E-367A-16EE-4456-10EFF93CF9A2}"/>
                </a:ext>
              </a:extLst>
            </p:cNvPr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xmlns="" id="{F4D7452F-9983-6FC2-637B-754F569E34B9}"/>
                  </a:ext>
                </a:extLst>
              </p:cNvPr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xmlns="" id="{6A023F52-4C30-11A5-344A-AF185AA8EA1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xmlns="" id="{573C644F-F3B2-E3A4-E84E-9A2E11F8BBCA}"/>
                </a:ext>
              </a:extLst>
            </p:cNvPr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xmlns="" id="{72D6B8ED-07E1-26F0-579A-CAD968AB7C3A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xmlns="" id="{49C8C877-EB24-27B2-8129-DF3EE8533BA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28" name="TextBox 28">
            <a:extLst>
              <a:ext uri="{FF2B5EF4-FFF2-40B4-BE49-F238E27FC236}">
                <a16:creationId xmlns:a16="http://schemas.microsoft.com/office/drawing/2014/main" xmlns="" id="{03F7E54D-AEC5-84C0-FF41-62FC612BF3CA}"/>
              </a:ext>
            </a:extLst>
          </p:cNvPr>
          <p:cNvSpPr txBox="1"/>
          <p:nvPr/>
        </p:nvSpPr>
        <p:spPr>
          <a:xfrm>
            <a:off x="1243131" y="1496599"/>
            <a:ext cx="1337285" cy="100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9BA0BB">
                    <a:alpha val="73725"/>
                  </a:srgbClr>
                </a:solidFill>
                <a:latin typeface="Germania One"/>
                <a:ea typeface="Germania One"/>
                <a:cs typeface="Germania One"/>
                <a:sym typeface="Germania One"/>
              </a:rPr>
              <a:t>05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xmlns="" id="{652A2FA1-A7D9-2244-A6C2-E2BB49BB875C}"/>
              </a:ext>
            </a:extLst>
          </p:cNvPr>
          <p:cNvSpPr txBox="1"/>
          <p:nvPr/>
        </p:nvSpPr>
        <p:spPr>
          <a:xfrm>
            <a:off x="2580416" y="1414049"/>
            <a:ext cx="611027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ko-KR" altLang="en-US" sz="6999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고찰</a:t>
            </a:r>
            <a:endParaRPr lang="en-US" sz="6999" dirty="0">
              <a:solidFill>
                <a:srgbClr val="343D6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68" name="Group 68">
            <a:extLst>
              <a:ext uri="{FF2B5EF4-FFF2-40B4-BE49-F238E27FC236}">
                <a16:creationId xmlns:a16="http://schemas.microsoft.com/office/drawing/2014/main" xmlns="" id="{1C1295E7-8692-F526-22A4-4BF9240D2028}"/>
              </a:ext>
            </a:extLst>
          </p:cNvPr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69" name="Group 69">
              <a:extLst>
                <a:ext uri="{FF2B5EF4-FFF2-40B4-BE49-F238E27FC236}">
                  <a16:creationId xmlns:a16="http://schemas.microsoft.com/office/drawing/2014/main" xmlns="" id="{532681B7-0CBD-A05E-738D-E028BAB1AF0C}"/>
                </a:ext>
              </a:extLst>
            </p:cNvPr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70" name="Freeform 70">
                <a:extLst>
                  <a:ext uri="{FF2B5EF4-FFF2-40B4-BE49-F238E27FC236}">
                    <a16:creationId xmlns:a16="http://schemas.microsoft.com/office/drawing/2014/main" xmlns="" id="{62F7D89C-7BAE-5F07-5D57-AFA14DFB2436}"/>
                  </a:ext>
                </a:extLst>
              </p:cNvPr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TextBox 71">
                <a:extLst>
                  <a:ext uri="{FF2B5EF4-FFF2-40B4-BE49-F238E27FC236}">
                    <a16:creationId xmlns:a16="http://schemas.microsoft.com/office/drawing/2014/main" xmlns="" id="{9FA4A403-1E76-BF0B-D310-30378F1FB6E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2" name="Group 72">
              <a:extLst>
                <a:ext uri="{FF2B5EF4-FFF2-40B4-BE49-F238E27FC236}">
                  <a16:creationId xmlns:a16="http://schemas.microsoft.com/office/drawing/2014/main" xmlns="" id="{BE6A87E6-8C07-5189-E08C-0B950A4A1A29}"/>
                </a:ext>
              </a:extLst>
            </p:cNvPr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73" name="Freeform 73">
                <a:extLst>
                  <a:ext uri="{FF2B5EF4-FFF2-40B4-BE49-F238E27FC236}">
                    <a16:creationId xmlns:a16="http://schemas.microsoft.com/office/drawing/2014/main" xmlns="" id="{16B0E634-625B-FB08-D29B-C8CDDB2D1288}"/>
                  </a:ext>
                </a:extLst>
              </p:cNvPr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>
                <a:extLst>
                  <a:ext uri="{FF2B5EF4-FFF2-40B4-BE49-F238E27FC236}">
                    <a16:creationId xmlns:a16="http://schemas.microsoft.com/office/drawing/2014/main" xmlns="" id="{ED32CF6D-1B7C-C41B-1305-628302B9621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xmlns="" id="{808ADB13-5103-2608-D1E3-552E415E4945}"/>
                </a:ext>
              </a:extLst>
            </p:cNvPr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xmlns="" id="{0D63E8E3-7D87-D430-8CF1-F1E3FF288D02}"/>
                  </a:ext>
                </a:extLst>
              </p:cNvPr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TextBox 77">
                <a:extLst>
                  <a:ext uri="{FF2B5EF4-FFF2-40B4-BE49-F238E27FC236}">
                    <a16:creationId xmlns:a16="http://schemas.microsoft.com/office/drawing/2014/main" xmlns="" id="{16B99BE0-D4F1-704C-57FA-BBD0C8A5C28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8" name="Group 78">
              <a:extLst>
                <a:ext uri="{FF2B5EF4-FFF2-40B4-BE49-F238E27FC236}">
                  <a16:creationId xmlns:a16="http://schemas.microsoft.com/office/drawing/2014/main" xmlns="" id="{4B8366CC-1042-B38E-AABA-E400F0F387F0}"/>
                </a:ext>
              </a:extLst>
            </p:cNvPr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79" name="Freeform 79">
                <a:extLst>
                  <a:ext uri="{FF2B5EF4-FFF2-40B4-BE49-F238E27FC236}">
                    <a16:creationId xmlns:a16="http://schemas.microsoft.com/office/drawing/2014/main" xmlns="" id="{81C4F351-F91B-6FC9-51A8-A0DEABA1F959}"/>
                  </a:ext>
                </a:extLst>
              </p:cNvPr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0" name="TextBox 80">
                <a:extLst>
                  <a:ext uri="{FF2B5EF4-FFF2-40B4-BE49-F238E27FC236}">
                    <a16:creationId xmlns:a16="http://schemas.microsoft.com/office/drawing/2014/main" xmlns="" id="{59D43645-6D90-396C-F8A3-4E656D89896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1" name="Group 81">
              <a:extLst>
                <a:ext uri="{FF2B5EF4-FFF2-40B4-BE49-F238E27FC236}">
                  <a16:creationId xmlns:a16="http://schemas.microsoft.com/office/drawing/2014/main" xmlns="" id="{F2E96F7D-4D58-ECCE-226D-7B3B0C171583}"/>
                </a:ext>
              </a:extLst>
            </p:cNvPr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82" name="Freeform 82">
                <a:extLst>
                  <a:ext uri="{FF2B5EF4-FFF2-40B4-BE49-F238E27FC236}">
                    <a16:creationId xmlns:a16="http://schemas.microsoft.com/office/drawing/2014/main" xmlns="" id="{36495BEE-A74C-F6EA-E8C5-1378CBE3709D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3" name="TextBox 83">
                <a:extLst>
                  <a:ext uri="{FF2B5EF4-FFF2-40B4-BE49-F238E27FC236}">
                    <a16:creationId xmlns:a16="http://schemas.microsoft.com/office/drawing/2014/main" xmlns="" id="{819DF530-7B2E-1824-1B51-D0462F179EF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4" name="Group 84">
              <a:extLst>
                <a:ext uri="{FF2B5EF4-FFF2-40B4-BE49-F238E27FC236}">
                  <a16:creationId xmlns:a16="http://schemas.microsoft.com/office/drawing/2014/main" xmlns="" id="{D4F09B31-2B0D-1BC7-EB77-006134CF1641}"/>
                </a:ext>
              </a:extLst>
            </p:cNvPr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85" name="Freeform 85">
                <a:extLst>
                  <a:ext uri="{FF2B5EF4-FFF2-40B4-BE49-F238E27FC236}">
                    <a16:creationId xmlns:a16="http://schemas.microsoft.com/office/drawing/2014/main" xmlns="" id="{55382A10-724F-A9D8-A160-215D58A3201D}"/>
                  </a:ext>
                </a:extLst>
              </p:cNvPr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6" name="TextBox 86">
                <a:extLst>
                  <a:ext uri="{FF2B5EF4-FFF2-40B4-BE49-F238E27FC236}">
                    <a16:creationId xmlns:a16="http://schemas.microsoft.com/office/drawing/2014/main" xmlns="" id="{B9106B01-7A08-9EE8-0627-5B97C630C82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7" name="Group 87">
              <a:extLst>
                <a:ext uri="{FF2B5EF4-FFF2-40B4-BE49-F238E27FC236}">
                  <a16:creationId xmlns:a16="http://schemas.microsoft.com/office/drawing/2014/main" xmlns="" id="{8EC56C99-36AF-2FDF-9E08-0A53C5E77CD4}"/>
                </a:ext>
              </a:extLst>
            </p:cNvPr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xmlns="" id="{96CDD8EB-9AA1-A8E7-D7AC-4288786B8691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9" name="TextBox 89">
                <a:extLst>
                  <a:ext uri="{FF2B5EF4-FFF2-40B4-BE49-F238E27FC236}">
                    <a16:creationId xmlns:a16="http://schemas.microsoft.com/office/drawing/2014/main" xmlns="" id="{C501C3C9-AEB0-B461-EBF6-EFF731A7B3F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0" name="Group 90">
              <a:extLst>
                <a:ext uri="{FF2B5EF4-FFF2-40B4-BE49-F238E27FC236}">
                  <a16:creationId xmlns:a16="http://schemas.microsoft.com/office/drawing/2014/main" xmlns="" id="{476148A3-D10E-9483-71C6-7B6055A3757E}"/>
                </a:ext>
              </a:extLst>
            </p:cNvPr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91" name="Freeform 91">
                <a:extLst>
                  <a:ext uri="{FF2B5EF4-FFF2-40B4-BE49-F238E27FC236}">
                    <a16:creationId xmlns:a16="http://schemas.microsoft.com/office/drawing/2014/main" xmlns="" id="{87F950F1-9DDF-72EE-ABFA-EEA9DF15D041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" name="TextBox 92">
                <a:extLst>
                  <a:ext uri="{FF2B5EF4-FFF2-40B4-BE49-F238E27FC236}">
                    <a16:creationId xmlns:a16="http://schemas.microsoft.com/office/drawing/2014/main" xmlns="" id="{35C6F632-F1A3-40AC-E53B-FF88DA7FE46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93" name="AutoShape 93">
              <a:extLst>
                <a:ext uri="{FF2B5EF4-FFF2-40B4-BE49-F238E27FC236}">
                  <a16:creationId xmlns:a16="http://schemas.microsoft.com/office/drawing/2014/main" xmlns="" id="{85074A89-665C-9CBC-60EE-E41FB557BE27}"/>
                </a:ext>
              </a:extLst>
            </p:cNvPr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AutoShape 94">
              <a:extLst>
                <a:ext uri="{FF2B5EF4-FFF2-40B4-BE49-F238E27FC236}">
                  <a16:creationId xmlns:a16="http://schemas.microsoft.com/office/drawing/2014/main" xmlns="" id="{8BBE824C-AC01-CBED-8890-56EE2DBC9F31}"/>
                </a:ext>
              </a:extLst>
            </p:cNvPr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AutoShape 95">
              <a:extLst>
                <a:ext uri="{FF2B5EF4-FFF2-40B4-BE49-F238E27FC236}">
                  <a16:creationId xmlns:a16="http://schemas.microsoft.com/office/drawing/2014/main" xmlns="" id="{53171F53-DAF3-B222-F447-2E945B50EB04}"/>
                </a:ext>
              </a:extLst>
            </p:cNvPr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96" name="Group 96">
              <a:extLst>
                <a:ext uri="{FF2B5EF4-FFF2-40B4-BE49-F238E27FC236}">
                  <a16:creationId xmlns:a16="http://schemas.microsoft.com/office/drawing/2014/main" xmlns="" id="{F189AF6F-8192-C1AB-88FA-78819D9244CB}"/>
                </a:ext>
              </a:extLst>
            </p:cNvPr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97" name="Freeform 97">
                <a:extLst>
                  <a:ext uri="{FF2B5EF4-FFF2-40B4-BE49-F238E27FC236}">
                    <a16:creationId xmlns:a16="http://schemas.microsoft.com/office/drawing/2014/main" xmlns="" id="{377A289F-042A-3C1F-A105-9D4198144F6C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8" name="TextBox 98">
                <a:extLst>
                  <a:ext uri="{FF2B5EF4-FFF2-40B4-BE49-F238E27FC236}">
                    <a16:creationId xmlns:a16="http://schemas.microsoft.com/office/drawing/2014/main" xmlns="" id="{AB6E846C-8F4C-B508-726F-4A8FC16EA92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9" name="Group 99">
              <a:extLst>
                <a:ext uri="{FF2B5EF4-FFF2-40B4-BE49-F238E27FC236}">
                  <a16:creationId xmlns:a16="http://schemas.microsoft.com/office/drawing/2014/main" xmlns="" id="{52916B23-C448-44F6-A375-E6BEEDAC937A}"/>
                </a:ext>
              </a:extLst>
            </p:cNvPr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100" name="Freeform 100">
                <a:extLst>
                  <a:ext uri="{FF2B5EF4-FFF2-40B4-BE49-F238E27FC236}">
                    <a16:creationId xmlns:a16="http://schemas.microsoft.com/office/drawing/2014/main" xmlns="" id="{4AA9BDB8-A3EC-2559-2FEB-DBC6528FE934}"/>
                  </a:ext>
                </a:extLst>
              </p:cNvPr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>
                <a:extLst>
                  <a:ext uri="{FF2B5EF4-FFF2-40B4-BE49-F238E27FC236}">
                    <a16:creationId xmlns:a16="http://schemas.microsoft.com/office/drawing/2014/main" xmlns="" id="{3EB2F6A3-E895-8E0D-6435-E645195EA03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2" name="Group 102">
              <a:extLst>
                <a:ext uri="{FF2B5EF4-FFF2-40B4-BE49-F238E27FC236}">
                  <a16:creationId xmlns:a16="http://schemas.microsoft.com/office/drawing/2014/main" xmlns="" id="{71E379AB-9430-61C8-BBD4-1206162BD8E5}"/>
                </a:ext>
              </a:extLst>
            </p:cNvPr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103" name="Freeform 103">
                <a:extLst>
                  <a:ext uri="{FF2B5EF4-FFF2-40B4-BE49-F238E27FC236}">
                    <a16:creationId xmlns:a16="http://schemas.microsoft.com/office/drawing/2014/main" xmlns="" id="{60161B58-49CC-AB53-1F5D-D8765363F75D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4" name="TextBox 104">
                <a:extLst>
                  <a:ext uri="{FF2B5EF4-FFF2-40B4-BE49-F238E27FC236}">
                    <a16:creationId xmlns:a16="http://schemas.microsoft.com/office/drawing/2014/main" xmlns="" id="{EBAB1F23-AB24-735A-C558-569C5ADFD0B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5" name="Group 105">
              <a:extLst>
                <a:ext uri="{FF2B5EF4-FFF2-40B4-BE49-F238E27FC236}">
                  <a16:creationId xmlns:a16="http://schemas.microsoft.com/office/drawing/2014/main" xmlns="" id="{B99F9FF2-63BC-7D16-3C4B-17A6C4A3A6FA}"/>
                </a:ext>
              </a:extLst>
            </p:cNvPr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106" name="Freeform 106">
                <a:extLst>
                  <a:ext uri="{FF2B5EF4-FFF2-40B4-BE49-F238E27FC236}">
                    <a16:creationId xmlns:a16="http://schemas.microsoft.com/office/drawing/2014/main" xmlns="" id="{A6028DD5-BBF2-7D74-F78F-00B55623C3CA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7" name="TextBox 107">
                <a:extLst>
                  <a:ext uri="{FF2B5EF4-FFF2-40B4-BE49-F238E27FC236}">
                    <a16:creationId xmlns:a16="http://schemas.microsoft.com/office/drawing/2014/main" xmlns="" id="{41555309-66CD-DD81-C409-D793422C1D6E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8" name="Group 108">
              <a:extLst>
                <a:ext uri="{FF2B5EF4-FFF2-40B4-BE49-F238E27FC236}">
                  <a16:creationId xmlns:a16="http://schemas.microsoft.com/office/drawing/2014/main" xmlns="" id="{C54DAEF9-297D-CBC3-9EF5-A96E57821A12}"/>
                </a:ext>
              </a:extLst>
            </p:cNvPr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109" name="Freeform 109">
                <a:extLst>
                  <a:ext uri="{FF2B5EF4-FFF2-40B4-BE49-F238E27FC236}">
                    <a16:creationId xmlns:a16="http://schemas.microsoft.com/office/drawing/2014/main" xmlns="" id="{57A11ABC-E7A3-C8B1-D264-53596ACF8E85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0" name="TextBox 110">
                <a:extLst>
                  <a:ext uri="{FF2B5EF4-FFF2-40B4-BE49-F238E27FC236}">
                    <a16:creationId xmlns:a16="http://schemas.microsoft.com/office/drawing/2014/main" xmlns="" id="{18782D7D-4882-70E0-113C-BCA3CC95DCD8}"/>
                  </a:ext>
                </a:extLst>
              </p:cNvPr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1" name="Group 111">
              <a:extLst>
                <a:ext uri="{FF2B5EF4-FFF2-40B4-BE49-F238E27FC236}">
                  <a16:creationId xmlns:a16="http://schemas.microsoft.com/office/drawing/2014/main" xmlns="" id="{17489CC2-5057-1FE4-24D1-2DFD9657B19F}"/>
                </a:ext>
              </a:extLst>
            </p:cNvPr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112" name="Freeform 112">
                <a:extLst>
                  <a:ext uri="{FF2B5EF4-FFF2-40B4-BE49-F238E27FC236}">
                    <a16:creationId xmlns:a16="http://schemas.microsoft.com/office/drawing/2014/main" xmlns="" id="{9A2EDCDA-6D0D-F740-AE9B-D8759EBFE6E2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3" name="TextBox 113">
                <a:extLst>
                  <a:ext uri="{FF2B5EF4-FFF2-40B4-BE49-F238E27FC236}">
                    <a16:creationId xmlns:a16="http://schemas.microsoft.com/office/drawing/2014/main" xmlns="" id="{58599F0E-E49D-1BE5-9588-F1DBA2CD3ADC}"/>
                  </a:ext>
                </a:extLst>
              </p:cNvPr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4" name="Group 114">
              <a:extLst>
                <a:ext uri="{FF2B5EF4-FFF2-40B4-BE49-F238E27FC236}">
                  <a16:creationId xmlns:a16="http://schemas.microsoft.com/office/drawing/2014/main" xmlns="" id="{04CF0636-7D79-5E40-EAC7-861579AF8A9E}"/>
                </a:ext>
              </a:extLst>
            </p:cNvPr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115" name="Freeform 115">
                <a:extLst>
                  <a:ext uri="{FF2B5EF4-FFF2-40B4-BE49-F238E27FC236}">
                    <a16:creationId xmlns:a16="http://schemas.microsoft.com/office/drawing/2014/main" xmlns="" id="{642EEFE9-9F3F-9130-3919-07B9E824F370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6" name="TextBox 116">
                <a:extLst>
                  <a:ext uri="{FF2B5EF4-FFF2-40B4-BE49-F238E27FC236}">
                    <a16:creationId xmlns:a16="http://schemas.microsoft.com/office/drawing/2014/main" xmlns="" id="{9B8258EC-1A02-8F35-C746-DDFBA5061573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74A0278-D1DF-FA7E-E8B3-3B57FC13A0A1}"/>
              </a:ext>
            </a:extLst>
          </p:cNvPr>
          <p:cNvSpPr txBox="1"/>
          <p:nvPr/>
        </p:nvSpPr>
        <p:spPr>
          <a:xfrm>
            <a:off x="1911773" y="4559547"/>
            <a:ext cx="4753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210 국민체조" panose="020B0600000101010101" charset="-127"/>
                <a:ea typeface="210 국민체조" panose="020B0600000101010101" charset="-127"/>
              </a:rPr>
              <a:t>&lt;</a:t>
            </a:r>
            <a:r>
              <a:rPr lang="ko-KR" altLang="en-US" sz="4000" dirty="0" err="1">
                <a:latin typeface="210 국민체조" panose="020B0600000101010101" charset="-127"/>
                <a:ea typeface="210 국민체조" panose="020B0600000101010101" charset="-127"/>
              </a:rPr>
              <a:t>느낀점</a:t>
            </a:r>
            <a:r>
              <a:rPr lang="en-US" altLang="ko-KR" sz="4000" dirty="0">
                <a:latin typeface="210 국민체조" panose="020B0600000101010101" charset="-127"/>
                <a:ea typeface="210 국민체조" panose="020B0600000101010101" charset="-127"/>
              </a:rPr>
              <a:t>&gt;</a:t>
            </a:r>
            <a:endParaRPr lang="ko-KR" altLang="en-US" sz="40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C084134C-433B-CEB6-2803-6B33F3D56338}"/>
              </a:ext>
            </a:extLst>
          </p:cNvPr>
          <p:cNvSpPr txBox="1"/>
          <p:nvPr/>
        </p:nvSpPr>
        <p:spPr>
          <a:xfrm>
            <a:off x="1410803" y="5315738"/>
            <a:ext cx="15077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210 국민체조" panose="020B0600000101010101" charset="-127"/>
                <a:ea typeface="210 국민체조" panose="020B0600000101010101" charset="-127"/>
              </a:rPr>
              <a:t>	</a:t>
            </a:r>
            <a:r>
              <a:rPr lang="ko-KR" altLang="en-US" sz="2800" dirty="0" err="1" smtClean="0">
                <a:latin typeface="210 국민체조" panose="020B0600000101010101" charset="-127"/>
                <a:ea typeface="210 국민체조" panose="020B0600000101010101" charset="-127"/>
              </a:rPr>
              <a:t>환중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 </a:t>
            </a:r>
            <a:r>
              <a:rPr lang="en-US" altLang="ko-KR" sz="2800" dirty="0" smtClean="0">
                <a:latin typeface="210 국민체조" panose="020B0600000101010101" charset="-127"/>
                <a:ea typeface="210 국민체조" panose="020B0600000101010101" charset="-127"/>
              </a:rPr>
              <a:t>: 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기능을 </a:t>
            </a:r>
            <a:r>
              <a:rPr lang="ko-KR" altLang="en-US" sz="2800" dirty="0">
                <a:latin typeface="210 국민체조" panose="020B0600000101010101" charset="-127"/>
                <a:ea typeface="210 국민체조" panose="020B0600000101010101" charset="-127"/>
              </a:rPr>
              <a:t>한 가지 추가하는 것만으로도 많은 코드들의 수정이 들어가야 하는지 </a:t>
            </a:r>
            <a:r>
              <a:rPr lang="ko-KR" altLang="en-US" sz="2800" dirty="0" err="1" smtClean="0">
                <a:latin typeface="210 국민체조" panose="020B0600000101010101" charset="-127"/>
                <a:ea typeface="210 국민체조" panose="020B0600000101010101" charset="-127"/>
              </a:rPr>
              <a:t>알게되었음</a:t>
            </a:r>
            <a:endParaRPr lang="ko-KR" altLang="en-US" sz="28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AD34369-E4AC-A5AB-C98F-F0F5500E3908}"/>
              </a:ext>
            </a:extLst>
          </p:cNvPr>
          <p:cNvSpPr txBox="1"/>
          <p:nvPr/>
        </p:nvSpPr>
        <p:spPr>
          <a:xfrm>
            <a:off x="1410803" y="5950346"/>
            <a:ext cx="15299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latin typeface="210 국민체조" panose="020B0600000101010101" charset="-127"/>
                <a:ea typeface="210 국민체조" panose="020B0600000101010101" charset="-127"/>
              </a:rPr>
              <a:t>	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정선 </a:t>
            </a:r>
            <a:r>
              <a:rPr lang="en-US" altLang="ko-KR" sz="2800" dirty="0" smtClean="0">
                <a:latin typeface="210 국민체조" panose="020B0600000101010101" charset="-127"/>
                <a:ea typeface="210 국민체조" panose="020B0600000101010101" charset="-127"/>
              </a:rPr>
              <a:t>: 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직접 와이파이와 블루투스 통신을 구현하면서 하드웨어 동작 방식을 이해할 수 있게 되었음</a:t>
            </a:r>
            <a:endParaRPr lang="ko-KR" altLang="en-US" sz="28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3F97D213-3D65-DED7-BDEB-7C1B0FE6C394}"/>
              </a:ext>
            </a:extLst>
          </p:cNvPr>
          <p:cNvSpPr txBox="1"/>
          <p:nvPr/>
        </p:nvSpPr>
        <p:spPr>
          <a:xfrm>
            <a:off x="1911773" y="6712246"/>
            <a:ext cx="4753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210 국민체조" panose="020B0600000101010101" charset="-127"/>
                <a:ea typeface="210 국민체조" panose="020B0600000101010101" charset="-127"/>
              </a:rPr>
              <a:t>&lt;</a:t>
            </a:r>
            <a:r>
              <a:rPr lang="ko-KR" altLang="en-US" sz="4000" dirty="0">
                <a:latin typeface="210 국민체조" panose="020B0600000101010101" charset="-127"/>
                <a:ea typeface="210 국민체조" panose="020B0600000101010101" charset="-127"/>
              </a:rPr>
              <a:t>힘들었던 점</a:t>
            </a:r>
            <a:r>
              <a:rPr lang="en-US" altLang="ko-KR" sz="4000" dirty="0">
                <a:latin typeface="210 국민체조" panose="020B0600000101010101" charset="-127"/>
                <a:ea typeface="210 국민체조" panose="020B0600000101010101" charset="-127"/>
              </a:rPr>
              <a:t>&gt;</a:t>
            </a:r>
            <a:endParaRPr lang="ko-KR" altLang="en-US" sz="40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2E65DFC7-8D52-3A4E-4D1D-D1725213C392}"/>
              </a:ext>
            </a:extLst>
          </p:cNvPr>
          <p:cNvSpPr txBox="1"/>
          <p:nvPr/>
        </p:nvSpPr>
        <p:spPr>
          <a:xfrm>
            <a:off x="2256596" y="7685866"/>
            <a:ext cx="14391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와이파이가 </a:t>
            </a:r>
            <a:r>
              <a:rPr lang="ko-KR" altLang="en-US" sz="2800" dirty="0">
                <a:latin typeface="210 국민체조" panose="020B0600000101010101" charset="-127"/>
                <a:ea typeface="210 국민체조" panose="020B0600000101010101" charset="-127"/>
              </a:rPr>
              <a:t>자주 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끊겨서 입력에 따른 센서 동작을 </a:t>
            </a:r>
            <a:r>
              <a:rPr lang="ko-KR" altLang="en-US" sz="2800" dirty="0">
                <a:latin typeface="210 국민체조" panose="020B0600000101010101" charset="-127"/>
                <a:ea typeface="210 국민체조" panose="020B0600000101010101" charset="-127"/>
              </a:rPr>
              <a:t>확인하는 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데 어려웠음</a:t>
            </a:r>
            <a:endParaRPr lang="ko-KR" altLang="en-US" sz="28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0DB589C9-7015-822D-8847-9E02C313C408}"/>
              </a:ext>
            </a:extLst>
          </p:cNvPr>
          <p:cNvSpPr txBox="1"/>
          <p:nvPr/>
        </p:nvSpPr>
        <p:spPr>
          <a:xfrm>
            <a:off x="2256596" y="8307930"/>
            <a:ext cx="14391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와이파이와 블루투스를 서버와 통신하는 방식을 구현하는 것이 어려웠음</a:t>
            </a:r>
            <a:endParaRPr lang="ko-KR" altLang="en-US" sz="28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xmlns="" id="{074A0278-D1DF-FA7E-E8B3-3B57FC13A0A1}"/>
              </a:ext>
            </a:extLst>
          </p:cNvPr>
          <p:cNvSpPr txBox="1"/>
          <p:nvPr/>
        </p:nvSpPr>
        <p:spPr>
          <a:xfrm>
            <a:off x="1911773" y="2519746"/>
            <a:ext cx="4753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>
                <a:latin typeface="210 국민체조" panose="020B0600000101010101" charset="-127"/>
                <a:ea typeface="210 국민체조" panose="020B0600000101010101" charset="-127"/>
              </a:rPr>
              <a:t>&lt;</a:t>
            </a:r>
            <a:r>
              <a:rPr lang="ko-KR" altLang="en-US" sz="4000" dirty="0" smtClean="0">
                <a:latin typeface="210 국민체조" panose="020B0600000101010101" charset="-127"/>
                <a:ea typeface="210 국민체조" panose="020B0600000101010101" charset="-127"/>
              </a:rPr>
              <a:t>역할</a:t>
            </a:r>
            <a:r>
              <a:rPr lang="en-US" altLang="ko-KR" sz="4000" dirty="0" smtClean="0">
                <a:latin typeface="210 국민체조" panose="020B0600000101010101" charset="-127"/>
                <a:ea typeface="210 국민체조" panose="020B0600000101010101" charset="-127"/>
              </a:rPr>
              <a:t>&gt;</a:t>
            </a:r>
            <a:endParaRPr lang="ko-KR" altLang="en-US" sz="40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xmlns="" id="{C084134C-433B-CEB6-2803-6B33F3D56338}"/>
              </a:ext>
            </a:extLst>
          </p:cNvPr>
          <p:cNvSpPr txBox="1"/>
          <p:nvPr/>
        </p:nvSpPr>
        <p:spPr>
          <a:xfrm>
            <a:off x="1410803" y="3275937"/>
            <a:ext cx="15077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210 국민체조" panose="020B0600000101010101" charset="-127"/>
                <a:ea typeface="210 국민체조" panose="020B0600000101010101" charset="-127"/>
              </a:rPr>
              <a:t>	</a:t>
            </a:r>
            <a:r>
              <a:rPr lang="ko-KR" altLang="en-US" sz="2800" dirty="0" err="1" smtClean="0">
                <a:latin typeface="210 국민체조" panose="020B0600000101010101" charset="-127"/>
                <a:ea typeface="210 국민체조" panose="020B0600000101010101" charset="-127"/>
              </a:rPr>
              <a:t>환중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 </a:t>
            </a:r>
            <a:r>
              <a:rPr lang="en-US" altLang="ko-KR" sz="2800" dirty="0" smtClean="0">
                <a:latin typeface="210 국민체조" panose="020B0600000101010101" charset="-127"/>
                <a:ea typeface="210 국민체조" panose="020B0600000101010101" charset="-127"/>
              </a:rPr>
              <a:t>: 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하드웨어 구성</a:t>
            </a:r>
            <a:r>
              <a:rPr lang="en-US" altLang="ko-KR" sz="2800" dirty="0" smtClean="0">
                <a:latin typeface="210 국민체조" panose="020B0600000101010101" charset="-127"/>
                <a:ea typeface="210 국민체조" panose="020B0600000101010101" charset="-127"/>
              </a:rPr>
              <a:t>,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 블루투스 통신 구현</a:t>
            </a:r>
            <a:endParaRPr lang="ko-KR" altLang="en-US" sz="28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xmlns="" id="{4AD34369-E4AC-A5AB-C98F-F0F5500E3908}"/>
              </a:ext>
            </a:extLst>
          </p:cNvPr>
          <p:cNvSpPr txBox="1"/>
          <p:nvPr/>
        </p:nvSpPr>
        <p:spPr>
          <a:xfrm>
            <a:off x="1410803" y="3910545"/>
            <a:ext cx="15299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latin typeface="210 국민체조" panose="020B0600000101010101" charset="-127"/>
                <a:ea typeface="210 국민체조" panose="020B0600000101010101" charset="-127"/>
              </a:rPr>
              <a:t>	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정선 </a:t>
            </a:r>
            <a:r>
              <a:rPr lang="en-US" altLang="ko-KR" sz="2800" dirty="0" smtClean="0">
                <a:latin typeface="210 국민체조" panose="020B0600000101010101" charset="-127"/>
                <a:ea typeface="210 국민체조" panose="020B0600000101010101" charset="-127"/>
              </a:rPr>
              <a:t>: AI 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모델링</a:t>
            </a:r>
            <a:r>
              <a:rPr lang="en-US" altLang="ko-KR" sz="28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2800" dirty="0" err="1" smtClean="0">
                <a:latin typeface="210 국민체조" panose="020B0600000101010101" charset="-127"/>
                <a:ea typeface="210 국민체조" panose="020B0600000101010101" charset="-127"/>
              </a:rPr>
              <a:t>웹페이지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 구현</a:t>
            </a:r>
            <a:r>
              <a:rPr lang="en-US" altLang="ko-KR" sz="2800" dirty="0" smtClean="0">
                <a:latin typeface="210 국민체조" panose="020B0600000101010101" charset="-127"/>
                <a:ea typeface="210 국민체조" panose="020B0600000101010101" charset="-127"/>
              </a:rPr>
              <a:t>, </a:t>
            </a:r>
            <a:r>
              <a:rPr lang="ko-KR" altLang="en-US" sz="2800" dirty="0" smtClean="0">
                <a:latin typeface="210 국민체조" panose="020B0600000101010101" charset="-127"/>
                <a:ea typeface="210 국민체조" panose="020B0600000101010101" charset="-127"/>
              </a:rPr>
              <a:t>와이파이 통신 구현</a:t>
            </a:r>
            <a:endParaRPr lang="ko-KR" altLang="en-US" sz="2800" dirty="0">
              <a:latin typeface="210 국민체조" panose="020B0600000101010101" charset="-127"/>
              <a:ea typeface="210 국민체조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025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7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FF86D81-5825-7FC8-2711-B54750F8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59B50DB5-7FC8-5F24-20CB-336DA67D315E}"/>
              </a:ext>
            </a:extLst>
          </p:cNvPr>
          <p:cNvGrpSpPr/>
          <p:nvPr/>
        </p:nvGrpSpPr>
        <p:grpSpPr>
          <a:xfrm>
            <a:off x="-1147701" y="-94140"/>
            <a:ext cx="20715765" cy="10381140"/>
            <a:chOff x="0" y="0"/>
            <a:chExt cx="27621019" cy="1384152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86C02F11-2A2C-1431-E0A0-BB86672C10F0}"/>
                </a:ext>
              </a:extLst>
            </p:cNvPr>
            <p:cNvSpPr/>
            <p:nvPr/>
          </p:nvSpPr>
          <p:spPr>
            <a:xfrm>
              <a:off x="0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xmlns="" id="{35F9314A-070E-CF44-1ED5-88817E7C0E11}"/>
                </a:ext>
              </a:extLst>
            </p:cNvPr>
            <p:cNvSpPr/>
            <p:nvPr/>
          </p:nvSpPr>
          <p:spPr>
            <a:xfrm>
              <a:off x="0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xmlns="" id="{C3D0DB59-0212-150B-C9D9-ED8A0682CAB1}"/>
                </a:ext>
              </a:extLst>
            </p:cNvPr>
            <p:cNvSpPr/>
            <p:nvPr/>
          </p:nvSpPr>
          <p:spPr>
            <a:xfrm>
              <a:off x="66858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5D42EC0E-03A8-5A4E-08B3-C504D205A473}"/>
                </a:ext>
              </a:extLst>
            </p:cNvPr>
            <p:cNvSpPr/>
            <p:nvPr/>
          </p:nvSpPr>
          <p:spPr>
            <a:xfrm>
              <a:off x="66858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2" y="0"/>
                  </a:lnTo>
                  <a:lnTo>
                    <a:pt x="7152692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213CAE33-F0AC-8509-81C8-32F5DC1D13A8}"/>
                </a:ext>
              </a:extLst>
            </p:cNvPr>
            <p:cNvSpPr/>
            <p:nvPr/>
          </p:nvSpPr>
          <p:spPr>
            <a:xfrm>
              <a:off x="1357707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8BE414C1-69E8-E376-441E-DA3D6BFF479C}"/>
                </a:ext>
              </a:extLst>
            </p:cNvPr>
            <p:cNvSpPr/>
            <p:nvPr/>
          </p:nvSpPr>
          <p:spPr>
            <a:xfrm>
              <a:off x="1357707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6593D5DE-D2AC-90A9-77E5-B1A5AF71FD28}"/>
                </a:ext>
              </a:extLst>
            </p:cNvPr>
            <p:cNvSpPr/>
            <p:nvPr/>
          </p:nvSpPr>
          <p:spPr>
            <a:xfrm>
              <a:off x="20468328" y="0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1"/>
                  </a:lnTo>
                  <a:lnTo>
                    <a:pt x="0" y="715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35808583-2683-4648-0000-1D67D08938FA}"/>
                </a:ext>
              </a:extLst>
            </p:cNvPr>
            <p:cNvSpPr/>
            <p:nvPr/>
          </p:nvSpPr>
          <p:spPr>
            <a:xfrm>
              <a:off x="20468328" y="6688829"/>
              <a:ext cx="7152691" cy="7152691"/>
            </a:xfrm>
            <a:custGeom>
              <a:avLst/>
              <a:gdLst/>
              <a:ahLst/>
              <a:cxnLst/>
              <a:rect l="l" t="t" r="r" b="b"/>
              <a:pathLst>
                <a:path w="7152691" h="7152691">
                  <a:moveTo>
                    <a:pt x="0" y="0"/>
                  </a:moveTo>
                  <a:lnTo>
                    <a:pt x="7152691" y="0"/>
                  </a:lnTo>
                  <a:lnTo>
                    <a:pt x="7152691" y="7152692"/>
                  </a:lnTo>
                  <a:lnTo>
                    <a:pt x="0" y="715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C1A87377-E817-1F12-B372-FFD308A43844}"/>
              </a:ext>
            </a:extLst>
          </p:cNvPr>
          <p:cNvGrpSpPr/>
          <p:nvPr/>
        </p:nvGrpSpPr>
        <p:grpSpPr>
          <a:xfrm>
            <a:off x="980630" y="838519"/>
            <a:ext cx="16435806" cy="8766225"/>
            <a:chOff x="0" y="0"/>
            <a:chExt cx="21914407" cy="116883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xmlns="" id="{751F52B5-E2F2-41A8-0E6B-637A94D744F5}"/>
                </a:ext>
              </a:extLst>
            </p:cNvPr>
            <p:cNvGrpSpPr/>
            <p:nvPr/>
          </p:nvGrpSpPr>
          <p:grpSpPr>
            <a:xfrm>
              <a:off x="286389" y="280075"/>
              <a:ext cx="21628018" cy="11408225"/>
              <a:chOff x="0" y="0"/>
              <a:chExt cx="4272201" cy="2253477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xmlns="" id="{4B94F119-35CA-A9E3-8F94-BA765D65E631}"/>
                  </a:ext>
                </a:extLst>
              </p:cNvPr>
              <p:cNvSpPr/>
              <p:nvPr/>
            </p:nvSpPr>
            <p:spPr>
              <a:xfrm>
                <a:off x="0" y="0"/>
                <a:ext cx="4272201" cy="2253477"/>
              </a:xfrm>
              <a:custGeom>
                <a:avLst/>
                <a:gdLst/>
                <a:ahLst/>
                <a:cxnLst/>
                <a:rect l="l" t="t" r="r" b="b"/>
                <a:pathLst>
                  <a:path w="4272201" h="2253477">
                    <a:moveTo>
                      <a:pt x="0" y="0"/>
                    </a:moveTo>
                    <a:lnTo>
                      <a:pt x="4272201" y="0"/>
                    </a:lnTo>
                    <a:lnTo>
                      <a:pt x="4272201" y="2253477"/>
                    </a:lnTo>
                    <a:lnTo>
                      <a:pt x="0" y="2253477"/>
                    </a:lnTo>
                    <a:close/>
                  </a:path>
                </a:pathLst>
              </a:custGeom>
              <a:solidFill>
                <a:srgbClr val="343D6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xmlns="" id="{B14A5611-EA45-C159-D3CE-1B756FF7984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2201" cy="23011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xmlns="" id="{649D9EC9-E9E8-A1B3-EC51-1194F82763E8}"/>
                </a:ext>
              </a:extLst>
            </p:cNvPr>
            <p:cNvGrpSpPr/>
            <p:nvPr/>
          </p:nvGrpSpPr>
          <p:grpSpPr>
            <a:xfrm>
              <a:off x="128188" y="147210"/>
              <a:ext cx="21667864" cy="11428651"/>
              <a:chOff x="0" y="0"/>
              <a:chExt cx="4280072" cy="2257511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xmlns="" id="{9BA41FB6-D374-840C-9E9A-64614EDDDF00}"/>
                  </a:ext>
                </a:extLst>
              </p:cNvPr>
              <p:cNvSpPr/>
              <p:nvPr/>
            </p:nvSpPr>
            <p:spPr>
              <a:xfrm>
                <a:off x="0" y="0"/>
                <a:ext cx="4280072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80072" h="2257511">
                    <a:moveTo>
                      <a:pt x="0" y="0"/>
                    </a:moveTo>
                    <a:lnTo>
                      <a:pt x="4280072" y="0"/>
                    </a:lnTo>
                    <a:lnTo>
                      <a:pt x="4280072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E5E7F0"/>
              </a:solidFill>
              <a:ln w="19050" cap="sq">
                <a:solidFill>
                  <a:srgbClr val="3D45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xmlns="" id="{630A2518-E486-3C2A-2A13-BE04AF1AE77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80072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xmlns="" id="{EEAEF163-C022-05F3-485E-8F33064DD64D}"/>
                </a:ext>
              </a:extLst>
            </p:cNvPr>
            <p:cNvGrpSpPr/>
            <p:nvPr/>
          </p:nvGrpSpPr>
          <p:grpSpPr>
            <a:xfrm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xmlns="" id="{4916A06B-FABA-6D94-EFEC-7C94A00566BE}"/>
                  </a:ext>
                </a:extLst>
              </p:cNvPr>
              <p:cNvSpPr/>
              <p:nvPr/>
            </p:nvSpPr>
            <p:spPr>
              <a:xfrm>
                <a:off x="0" y="0"/>
                <a:ext cx="4274726" cy="225751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25751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43D6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xmlns="" id="{02BA3572-98A6-1200-9E83-1572A440D48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68" name="Group 68">
            <a:extLst>
              <a:ext uri="{FF2B5EF4-FFF2-40B4-BE49-F238E27FC236}">
                <a16:creationId xmlns:a16="http://schemas.microsoft.com/office/drawing/2014/main" xmlns="" id="{88369074-5002-090E-4050-EED9BF252116}"/>
              </a:ext>
            </a:extLst>
          </p:cNvPr>
          <p:cNvGrpSpPr/>
          <p:nvPr/>
        </p:nvGrpSpPr>
        <p:grpSpPr>
          <a:xfrm>
            <a:off x="8215538" y="200151"/>
            <a:ext cx="1856924" cy="928439"/>
            <a:chOff x="0" y="0"/>
            <a:chExt cx="2475899" cy="1237919"/>
          </a:xfrm>
        </p:grpSpPr>
        <p:grpSp>
          <p:nvGrpSpPr>
            <p:cNvPr id="69" name="Group 69">
              <a:extLst>
                <a:ext uri="{FF2B5EF4-FFF2-40B4-BE49-F238E27FC236}">
                  <a16:creationId xmlns:a16="http://schemas.microsoft.com/office/drawing/2014/main" xmlns="" id="{F1343EF7-489E-4ACB-16F5-FF78413FF2DE}"/>
                </a:ext>
              </a:extLst>
            </p:cNvPr>
            <p:cNvGrpSpPr/>
            <p:nvPr/>
          </p:nvGrpSpPr>
          <p:grpSpPr>
            <a:xfrm>
              <a:off x="978382" y="0"/>
              <a:ext cx="505122" cy="402903"/>
              <a:chOff x="0" y="0"/>
              <a:chExt cx="364681" cy="290882"/>
            </a:xfrm>
          </p:grpSpPr>
          <p:sp>
            <p:nvSpPr>
              <p:cNvPr id="70" name="Freeform 70">
                <a:extLst>
                  <a:ext uri="{FF2B5EF4-FFF2-40B4-BE49-F238E27FC236}">
                    <a16:creationId xmlns:a16="http://schemas.microsoft.com/office/drawing/2014/main" xmlns="" id="{BC6FBA94-0B67-EBBB-0BAF-3B2CB2750124}"/>
                  </a:ext>
                </a:extLst>
              </p:cNvPr>
              <p:cNvSpPr/>
              <p:nvPr/>
            </p:nvSpPr>
            <p:spPr>
              <a:xfrm>
                <a:off x="0" y="0"/>
                <a:ext cx="364681" cy="290882"/>
              </a:xfrm>
              <a:custGeom>
                <a:avLst/>
                <a:gdLst/>
                <a:ahLst/>
                <a:cxnLst/>
                <a:rect l="l" t="t" r="r" b="b"/>
                <a:pathLst>
                  <a:path w="364681" h="290882">
                    <a:moveTo>
                      <a:pt x="145441" y="0"/>
                    </a:moveTo>
                    <a:lnTo>
                      <a:pt x="219240" y="0"/>
                    </a:lnTo>
                    <a:cubicBezTo>
                      <a:pt x="257814" y="0"/>
                      <a:pt x="294807" y="15323"/>
                      <a:pt x="322083" y="42599"/>
                    </a:cubicBezTo>
                    <a:cubicBezTo>
                      <a:pt x="349358" y="69874"/>
                      <a:pt x="364681" y="106868"/>
                      <a:pt x="364681" y="145441"/>
                    </a:cubicBezTo>
                    <a:lnTo>
                      <a:pt x="364681" y="145441"/>
                    </a:lnTo>
                    <a:cubicBezTo>
                      <a:pt x="364681" y="225766"/>
                      <a:pt x="299565" y="290882"/>
                      <a:pt x="219240" y="290882"/>
                    </a:cubicBezTo>
                    <a:lnTo>
                      <a:pt x="145441" y="290882"/>
                    </a:lnTo>
                    <a:cubicBezTo>
                      <a:pt x="106868" y="290882"/>
                      <a:pt x="69874" y="275559"/>
                      <a:pt x="42599" y="248284"/>
                    </a:cubicBezTo>
                    <a:cubicBezTo>
                      <a:pt x="15323" y="221008"/>
                      <a:pt x="0" y="184015"/>
                      <a:pt x="0" y="145441"/>
                    </a:cubicBezTo>
                    <a:lnTo>
                      <a:pt x="0" y="145441"/>
                    </a:lnTo>
                    <a:cubicBezTo>
                      <a:pt x="0" y="106868"/>
                      <a:pt x="15323" y="69874"/>
                      <a:pt x="42599" y="42599"/>
                    </a:cubicBezTo>
                    <a:cubicBezTo>
                      <a:pt x="69874" y="15323"/>
                      <a:pt x="106868" y="0"/>
                      <a:pt x="145441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1" name="TextBox 71">
                <a:extLst>
                  <a:ext uri="{FF2B5EF4-FFF2-40B4-BE49-F238E27FC236}">
                    <a16:creationId xmlns:a16="http://schemas.microsoft.com/office/drawing/2014/main" xmlns="" id="{FCA19D0A-A3A7-7A89-D97F-6FA7C824CFC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64681" cy="33850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2" name="Group 72">
              <a:extLst>
                <a:ext uri="{FF2B5EF4-FFF2-40B4-BE49-F238E27FC236}">
                  <a16:creationId xmlns:a16="http://schemas.microsoft.com/office/drawing/2014/main" xmlns="" id="{EA1C823A-0A39-6B0E-55DE-08B4D724C3F0}"/>
                </a:ext>
              </a:extLst>
            </p:cNvPr>
            <p:cNvGrpSpPr/>
            <p:nvPr/>
          </p:nvGrpSpPr>
          <p:grpSpPr>
            <a:xfrm>
              <a:off x="843786" y="220390"/>
              <a:ext cx="776592" cy="747286"/>
              <a:chOff x="0" y="0"/>
              <a:chExt cx="560673" cy="539515"/>
            </a:xfrm>
          </p:grpSpPr>
          <p:sp>
            <p:nvSpPr>
              <p:cNvPr id="73" name="Freeform 73">
                <a:extLst>
                  <a:ext uri="{FF2B5EF4-FFF2-40B4-BE49-F238E27FC236}">
                    <a16:creationId xmlns:a16="http://schemas.microsoft.com/office/drawing/2014/main" xmlns="" id="{3580C3C0-1BC2-9E73-4161-38510AD81E91}"/>
                  </a:ext>
                </a:extLst>
              </p:cNvPr>
              <p:cNvSpPr/>
              <p:nvPr/>
            </p:nvSpPr>
            <p:spPr>
              <a:xfrm>
                <a:off x="0" y="0"/>
                <a:ext cx="560673" cy="539516"/>
              </a:xfrm>
              <a:custGeom>
                <a:avLst/>
                <a:gdLst/>
                <a:ahLst/>
                <a:cxnLst/>
                <a:rect l="l" t="t" r="r" b="b"/>
                <a:pathLst>
                  <a:path w="560673" h="539516">
                    <a:moveTo>
                      <a:pt x="61414" y="0"/>
                    </a:moveTo>
                    <a:lnTo>
                      <a:pt x="499259" y="0"/>
                    </a:lnTo>
                    <a:cubicBezTo>
                      <a:pt x="515547" y="0"/>
                      <a:pt x="531168" y="6470"/>
                      <a:pt x="542686" y="17988"/>
                    </a:cubicBezTo>
                    <a:cubicBezTo>
                      <a:pt x="554203" y="29505"/>
                      <a:pt x="560673" y="45126"/>
                      <a:pt x="560673" y="61414"/>
                    </a:cubicBezTo>
                    <a:lnTo>
                      <a:pt x="560673" y="478102"/>
                    </a:lnTo>
                    <a:cubicBezTo>
                      <a:pt x="560673" y="494390"/>
                      <a:pt x="554203" y="510010"/>
                      <a:pt x="542686" y="521528"/>
                    </a:cubicBezTo>
                    <a:cubicBezTo>
                      <a:pt x="531168" y="533045"/>
                      <a:pt x="515547" y="539516"/>
                      <a:pt x="499259" y="539516"/>
                    </a:cubicBezTo>
                    <a:lnTo>
                      <a:pt x="61414" y="539516"/>
                    </a:lnTo>
                    <a:cubicBezTo>
                      <a:pt x="45126" y="539516"/>
                      <a:pt x="29505" y="533045"/>
                      <a:pt x="17988" y="521528"/>
                    </a:cubicBezTo>
                    <a:cubicBezTo>
                      <a:pt x="6470" y="510010"/>
                      <a:pt x="0" y="494390"/>
                      <a:pt x="0" y="478102"/>
                    </a:cubicBezTo>
                    <a:lnTo>
                      <a:pt x="0" y="61414"/>
                    </a:lnTo>
                    <a:cubicBezTo>
                      <a:pt x="0" y="45126"/>
                      <a:pt x="6470" y="29505"/>
                      <a:pt x="17988" y="17988"/>
                    </a:cubicBezTo>
                    <a:cubicBezTo>
                      <a:pt x="29505" y="6470"/>
                      <a:pt x="45126" y="0"/>
                      <a:pt x="61414" y="0"/>
                    </a:cubicBez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4" name="TextBox 74">
                <a:extLst>
                  <a:ext uri="{FF2B5EF4-FFF2-40B4-BE49-F238E27FC236}">
                    <a16:creationId xmlns:a16="http://schemas.microsoft.com/office/drawing/2014/main" xmlns="" id="{7089A1FF-328A-D177-3FF7-29929A1E797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60673" cy="58714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5" name="Group 75">
              <a:extLst>
                <a:ext uri="{FF2B5EF4-FFF2-40B4-BE49-F238E27FC236}">
                  <a16:creationId xmlns:a16="http://schemas.microsoft.com/office/drawing/2014/main" xmlns="" id="{C14ABA39-95EB-62B1-F760-C339C90BAA70}"/>
                </a:ext>
              </a:extLst>
            </p:cNvPr>
            <p:cNvGrpSpPr/>
            <p:nvPr/>
          </p:nvGrpSpPr>
          <p:grpSpPr>
            <a:xfrm rot="-2700000">
              <a:off x="751131" y="771112"/>
              <a:ext cx="218108" cy="73231"/>
              <a:chOff x="0" y="0"/>
              <a:chExt cx="157466" cy="52870"/>
            </a:xfrm>
          </p:grpSpPr>
          <p:sp>
            <p:nvSpPr>
              <p:cNvPr id="76" name="Freeform 76">
                <a:extLst>
                  <a:ext uri="{FF2B5EF4-FFF2-40B4-BE49-F238E27FC236}">
                    <a16:creationId xmlns:a16="http://schemas.microsoft.com/office/drawing/2014/main" xmlns="" id="{92EEDC8E-FC70-C021-C604-A9395F831481}"/>
                  </a:ext>
                </a:extLst>
              </p:cNvPr>
              <p:cNvSpPr/>
              <p:nvPr/>
            </p:nvSpPr>
            <p:spPr>
              <a:xfrm>
                <a:off x="0" y="0"/>
                <a:ext cx="157466" cy="52870"/>
              </a:xfrm>
              <a:custGeom>
                <a:avLst/>
                <a:gdLst/>
                <a:ahLst/>
                <a:cxnLst/>
                <a:rect l="l" t="t" r="r" b="b"/>
                <a:pathLst>
                  <a:path w="157466" h="52870">
                    <a:moveTo>
                      <a:pt x="0" y="0"/>
                    </a:moveTo>
                    <a:lnTo>
                      <a:pt x="157466" y="0"/>
                    </a:lnTo>
                    <a:lnTo>
                      <a:pt x="157466" y="52870"/>
                    </a:lnTo>
                    <a:lnTo>
                      <a:pt x="0" y="52870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TextBox 77">
                <a:extLst>
                  <a:ext uri="{FF2B5EF4-FFF2-40B4-BE49-F238E27FC236}">
                    <a16:creationId xmlns:a16="http://schemas.microsoft.com/office/drawing/2014/main" xmlns="" id="{8C5FD7EC-83B3-DC98-F74D-66321B875D3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7466" cy="10049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78" name="Group 78">
              <a:extLst>
                <a:ext uri="{FF2B5EF4-FFF2-40B4-BE49-F238E27FC236}">
                  <a16:creationId xmlns:a16="http://schemas.microsoft.com/office/drawing/2014/main" xmlns="" id="{B6B71CCF-8CD9-D26B-35EB-50330932EE7F}"/>
                </a:ext>
              </a:extLst>
            </p:cNvPr>
            <p:cNvGrpSpPr/>
            <p:nvPr/>
          </p:nvGrpSpPr>
          <p:grpSpPr>
            <a:xfrm>
              <a:off x="860610" y="236370"/>
              <a:ext cx="741846" cy="814932"/>
              <a:chOff x="0" y="0"/>
              <a:chExt cx="535588" cy="588354"/>
            </a:xfrm>
          </p:grpSpPr>
          <p:sp>
            <p:nvSpPr>
              <p:cNvPr id="79" name="Freeform 79">
                <a:extLst>
                  <a:ext uri="{FF2B5EF4-FFF2-40B4-BE49-F238E27FC236}">
                    <a16:creationId xmlns:a16="http://schemas.microsoft.com/office/drawing/2014/main" xmlns="" id="{34B64119-E6C8-A549-144C-0DE19D302EBA}"/>
                  </a:ext>
                </a:extLst>
              </p:cNvPr>
              <p:cNvSpPr/>
              <p:nvPr/>
            </p:nvSpPr>
            <p:spPr>
              <a:xfrm>
                <a:off x="0" y="0"/>
                <a:ext cx="535588" cy="588354"/>
              </a:xfrm>
              <a:custGeom>
                <a:avLst/>
                <a:gdLst/>
                <a:ahLst/>
                <a:cxnLst/>
                <a:rect l="l" t="t" r="r" b="b"/>
                <a:pathLst>
                  <a:path w="535588" h="588354">
                    <a:moveTo>
                      <a:pt x="64290" y="0"/>
                    </a:moveTo>
                    <a:lnTo>
                      <a:pt x="471298" y="0"/>
                    </a:lnTo>
                    <a:cubicBezTo>
                      <a:pt x="488348" y="0"/>
                      <a:pt x="504701" y="6773"/>
                      <a:pt x="516758" y="18830"/>
                    </a:cubicBezTo>
                    <a:cubicBezTo>
                      <a:pt x="528814" y="30887"/>
                      <a:pt x="535588" y="47239"/>
                      <a:pt x="535588" y="64290"/>
                    </a:cubicBezTo>
                    <a:lnTo>
                      <a:pt x="535588" y="524063"/>
                    </a:lnTo>
                    <a:cubicBezTo>
                      <a:pt x="535588" y="541114"/>
                      <a:pt x="528814" y="557467"/>
                      <a:pt x="516758" y="569523"/>
                    </a:cubicBezTo>
                    <a:cubicBezTo>
                      <a:pt x="504701" y="581580"/>
                      <a:pt x="488348" y="588354"/>
                      <a:pt x="471298" y="588354"/>
                    </a:cubicBezTo>
                    <a:lnTo>
                      <a:pt x="64290" y="588354"/>
                    </a:lnTo>
                    <a:cubicBezTo>
                      <a:pt x="28784" y="588354"/>
                      <a:pt x="0" y="559570"/>
                      <a:pt x="0" y="524063"/>
                    </a:cubicBezTo>
                    <a:lnTo>
                      <a:pt x="0" y="64290"/>
                    </a:lnTo>
                    <a:cubicBezTo>
                      <a:pt x="0" y="28784"/>
                      <a:pt x="28784" y="0"/>
                      <a:pt x="64290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0" name="TextBox 80">
                <a:extLst>
                  <a:ext uri="{FF2B5EF4-FFF2-40B4-BE49-F238E27FC236}">
                    <a16:creationId xmlns:a16="http://schemas.microsoft.com/office/drawing/2014/main" xmlns="" id="{5FE922C4-BCB6-CC42-B5F1-3E3A451AD8C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535588" cy="635979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1" name="Group 81">
              <a:extLst>
                <a:ext uri="{FF2B5EF4-FFF2-40B4-BE49-F238E27FC236}">
                  <a16:creationId xmlns:a16="http://schemas.microsoft.com/office/drawing/2014/main" xmlns="" id="{D99DF843-BD80-3D38-5511-BA6F287C1784}"/>
                </a:ext>
              </a:extLst>
            </p:cNvPr>
            <p:cNvGrpSpPr/>
            <p:nvPr/>
          </p:nvGrpSpPr>
          <p:grpSpPr>
            <a:xfrm>
              <a:off x="0" y="806705"/>
              <a:ext cx="2475899" cy="402215"/>
              <a:chOff x="0" y="0"/>
              <a:chExt cx="1787516" cy="290386"/>
            </a:xfrm>
          </p:grpSpPr>
          <p:sp>
            <p:nvSpPr>
              <p:cNvPr id="82" name="Freeform 82">
                <a:extLst>
                  <a:ext uri="{FF2B5EF4-FFF2-40B4-BE49-F238E27FC236}">
                    <a16:creationId xmlns:a16="http://schemas.microsoft.com/office/drawing/2014/main" xmlns="" id="{D93C6910-C19D-9A26-4BBA-EC650B7A4861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290386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290386">
                    <a:moveTo>
                      <a:pt x="65495" y="0"/>
                    </a:moveTo>
                    <a:lnTo>
                      <a:pt x="1722022" y="0"/>
                    </a:lnTo>
                    <a:cubicBezTo>
                      <a:pt x="1758193" y="0"/>
                      <a:pt x="1787516" y="29323"/>
                      <a:pt x="1787516" y="65495"/>
                    </a:cubicBezTo>
                    <a:lnTo>
                      <a:pt x="1787516" y="224891"/>
                    </a:lnTo>
                    <a:cubicBezTo>
                      <a:pt x="1787516" y="261063"/>
                      <a:pt x="1758193" y="290386"/>
                      <a:pt x="1722022" y="290386"/>
                    </a:cubicBezTo>
                    <a:lnTo>
                      <a:pt x="65495" y="290386"/>
                    </a:lnTo>
                    <a:cubicBezTo>
                      <a:pt x="29323" y="290386"/>
                      <a:pt x="0" y="261063"/>
                      <a:pt x="0" y="224891"/>
                    </a:cubicBezTo>
                    <a:lnTo>
                      <a:pt x="0" y="65495"/>
                    </a:lnTo>
                    <a:cubicBezTo>
                      <a:pt x="0" y="29323"/>
                      <a:pt x="29323" y="0"/>
                      <a:pt x="65495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3" name="TextBox 83">
                <a:extLst>
                  <a:ext uri="{FF2B5EF4-FFF2-40B4-BE49-F238E27FC236}">
                    <a16:creationId xmlns:a16="http://schemas.microsoft.com/office/drawing/2014/main" xmlns="" id="{93075104-CABD-BF92-8F92-B94C69B66BE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338011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4" name="Group 84">
              <a:extLst>
                <a:ext uri="{FF2B5EF4-FFF2-40B4-BE49-F238E27FC236}">
                  <a16:creationId xmlns:a16="http://schemas.microsoft.com/office/drawing/2014/main" xmlns="" id="{42FD57E9-A1D3-446C-E613-F591379C5C2C}"/>
                </a:ext>
              </a:extLst>
            </p:cNvPr>
            <p:cNvGrpSpPr/>
            <p:nvPr/>
          </p:nvGrpSpPr>
          <p:grpSpPr>
            <a:xfrm>
              <a:off x="990591" y="23206"/>
              <a:ext cx="481884" cy="426329"/>
              <a:chOff x="0" y="0"/>
              <a:chExt cx="347904" cy="307795"/>
            </a:xfrm>
          </p:grpSpPr>
          <p:sp>
            <p:nvSpPr>
              <p:cNvPr id="85" name="Freeform 85">
                <a:extLst>
                  <a:ext uri="{FF2B5EF4-FFF2-40B4-BE49-F238E27FC236}">
                    <a16:creationId xmlns:a16="http://schemas.microsoft.com/office/drawing/2014/main" xmlns="" id="{4662D960-1BF6-B250-6E9E-01C29C26B180}"/>
                  </a:ext>
                </a:extLst>
              </p:cNvPr>
              <p:cNvSpPr/>
              <p:nvPr/>
            </p:nvSpPr>
            <p:spPr>
              <a:xfrm>
                <a:off x="0" y="0"/>
                <a:ext cx="347904" cy="307795"/>
              </a:xfrm>
              <a:custGeom>
                <a:avLst/>
                <a:gdLst/>
                <a:ahLst/>
                <a:cxnLst/>
                <a:rect l="l" t="t" r="r" b="b"/>
                <a:pathLst>
                  <a:path w="347904" h="307795">
                    <a:moveTo>
                      <a:pt x="153898" y="0"/>
                    </a:moveTo>
                    <a:lnTo>
                      <a:pt x="194006" y="0"/>
                    </a:lnTo>
                    <a:cubicBezTo>
                      <a:pt x="279002" y="0"/>
                      <a:pt x="347904" y="68902"/>
                      <a:pt x="347904" y="153898"/>
                    </a:cubicBezTo>
                    <a:lnTo>
                      <a:pt x="347904" y="153898"/>
                    </a:lnTo>
                    <a:cubicBezTo>
                      <a:pt x="347904" y="194714"/>
                      <a:pt x="331690" y="233858"/>
                      <a:pt x="302828" y="262720"/>
                    </a:cubicBezTo>
                    <a:cubicBezTo>
                      <a:pt x="273967" y="291581"/>
                      <a:pt x="234822" y="307795"/>
                      <a:pt x="194006" y="307795"/>
                    </a:cubicBezTo>
                    <a:lnTo>
                      <a:pt x="153898" y="307795"/>
                    </a:lnTo>
                    <a:cubicBezTo>
                      <a:pt x="68902" y="307795"/>
                      <a:pt x="0" y="238893"/>
                      <a:pt x="0" y="153898"/>
                    </a:cubicBezTo>
                    <a:lnTo>
                      <a:pt x="0" y="153898"/>
                    </a:lnTo>
                    <a:cubicBezTo>
                      <a:pt x="0" y="68902"/>
                      <a:pt x="68902" y="0"/>
                      <a:pt x="153898" y="0"/>
                    </a:cubicBez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6" name="TextBox 86">
                <a:extLst>
                  <a:ext uri="{FF2B5EF4-FFF2-40B4-BE49-F238E27FC236}">
                    <a16:creationId xmlns:a16="http://schemas.microsoft.com/office/drawing/2014/main" xmlns="" id="{B89CF4E6-D3ED-AEC1-45A0-A6AD87E7448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347904" cy="355420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87" name="Group 87">
              <a:extLst>
                <a:ext uri="{FF2B5EF4-FFF2-40B4-BE49-F238E27FC236}">
                  <a16:creationId xmlns:a16="http://schemas.microsoft.com/office/drawing/2014/main" xmlns="" id="{9321AE44-E7C0-F6EA-49C7-3BCC4C877F85}"/>
                </a:ext>
              </a:extLst>
            </p:cNvPr>
            <p:cNvGrpSpPr/>
            <p:nvPr/>
          </p:nvGrpSpPr>
          <p:grpSpPr>
            <a:xfrm>
              <a:off x="0" y="998793"/>
              <a:ext cx="2475899" cy="123219"/>
              <a:chOff x="0" y="0"/>
              <a:chExt cx="1787516" cy="88960"/>
            </a:xfrm>
          </p:grpSpPr>
          <p:sp>
            <p:nvSpPr>
              <p:cNvPr id="88" name="Freeform 88">
                <a:extLst>
                  <a:ext uri="{FF2B5EF4-FFF2-40B4-BE49-F238E27FC236}">
                    <a16:creationId xmlns:a16="http://schemas.microsoft.com/office/drawing/2014/main" xmlns="" id="{AB46298E-6CF5-8EE0-FF4D-577AA2E6A768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88960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88960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88960"/>
                    </a:lnTo>
                    <a:lnTo>
                      <a:pt x="0" y="88960"/>
                    </a:lnTo>
                    <a:close/>
                  </a:path>
                </a:pathLst>
              </a:custGeom>
              <a:solidFill>
                <a:srgbClr val="000C0D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9" name="TextBox 89">
                <a:extLst>
                  <a:ext uri="{FF2B5EF4-FFF2-40B4-BE49-F238E27FC236}">
                    <a16:creationId xmlns:a16="http://schemas.microsoft.com/office/drawing/2014/main" xmlns="" id="{7879EDDF-CF7C-B8CA-14BA-02EE58A4737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3658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0" name="Group 90">
              <a:extLst>
                <a:ext uri="{FF2B5EF4-FFF2-40B4-BE49-F238E27FC236}">
                  <a16:creationId xmlns:a16="http://schemas.microsoft.com/office/drawing/2014/main" xmlns="" id="{601073E9-16EE-0289-D8BA-7D4C41ECEAB5}"/>
                </a:ext>
              </a:extLst>
            </p:cNvPr>
            <p:cNvGrpSpPr/>
            <p:nvPr/>
          </p:nvGrpSpPr>
          <p:grpSpPr>
            <a:xfrm>
              <a:off x="0" y="1078685"/>
              <a:ext cx="2475899" cy="150937"/>
              <a:chOff x="0" y="0"/>
              <a:chExt cx="1787516" cy="108971"/>
            </a:xfrm>
          </p:grpSpPr>
          <p:sp>
            <p:nvSpPr>
              <p:cNvPr id="91" name="Freeform 91">
                <a:extLst>
                  <a:ext uri="{FF2B5EF4-FFF2-40B4-BE49-F238E27FC236}">
                    <a16:creationId xmlns:a16="http://schemas.microsoft.com/office/drawing/2014/main" xmlns="" id="{A5328848-C589-AB55-DDD6-FFC56138163F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0897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0897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08971"/>
                    </a:lnTo>
                    <a:lnTo>
                      <a:pt x="0" y="108971"/>
                    </a:lnTo>
                    <a:close/>
                  </a:path>
                </a:pathLst>
              </a:custGeom>
              <a:solidFill>
                <a:srgbClr val="FCF1FA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2" name="TextBox 92">
                <a:extLst>
                  <a:ext uri="{FF2B5EF4-FFF2-40B4-BE49-F238E27FC236}">
                    <a16:creationId xmlns:a16="http://schemas.microsoft.com/office/drawing/2014/main" xmlns="" id="{80DD4FA2-4D79-65EB-57BA-752FBF67D1B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15659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93" name="AutoShape 93">
              <a:extLst>
                <a:ext uri="{FF2B5EF4-FFF2-40B4-BE49-F238E27FC236}">
                  <a16:creationId xmlns:a16="http://schemas.microsoft.com/office/drawing/2014/main" xmlns="" id="{368C3F12-0E4D-5C30-B260-B3252AADF17C}"/>
                </a:ext>
              </a:extLst>
            </p:cNvPr>
            <p:cNvSpPr/>
            <p:nvPr/>
          </p:nvSpPr>
          <p:spPr>
            <a:xfrm>
              <a:off x="0" y="1141369"/>
              <a:ext cx="2475899" cy="0"/>
            </a:xfrm>
            <a:prstGeom prst="line">
              <a:avLst/>
            </a:prstGeom>
            <a:ln w="11736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AutoShape 94">
              <a:extLst>
                <a:ext uri="{FF2B5EF4-FFF2-40B4-BE49-F238E27FC236}">
                  <a16:creationId xmlns:a16="http://schemas.microsoft.com/office/drawing/2014/main" xmlns="" id="{B6C05ABD-505C-8494-99D6-6EEE51D7A329}"/>
                </a:ext>
              </a:extLst>
            </p:cNvPr>
            <p:cNvSpPr/>
            <p:nvPr/>
          </p:nvSpPr>
          <p:spPr>
            <a:xfrm>
              <a:off x="0" y="1154528"/>
              <a:ext cx="2475899" cy="0"/>
            </a:xfrm>
            <a:prstGeom prst="line">
              <a:avLst/>
            </a:prstGeom>
            <a:ln w="19559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AutoShape 95">
              <a:extLst>
                <a:ext uri="{FF2B5EF4-FFF2-40B4-BE49-F238E27FC236}">
                  <a16:creationId xmlns:a16="http://schemas.microsoft.com/office/drawing/2014/main" xmlns="" id="{A1812369-C99B-BFDD-6F51-3EA0028027BB}"/>
                </a:ext>
              </a:extLst>
            </p:cNvPr>
            <p:cNvSpPr/>
            <p:nvPr/>
          </p:nvSpPr>
          <p:spPr>
            <a:xfrm>
              <a:off x="0" y="1184394"/>
              <a:ext cx="2475899" cy="0"/>
            </a:xfrm>
            <a:prstGeom prst="line">
              <a:avLst/>
            </a:prstGeom>
            <a:ln w="11736" cap="flat">
              <a:solidFill>
                <a:srgbClr val="2D455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96" name="Group 96">
              <a:extLst>
                <a:ext uri="{FF2B5EF4-FFF2-40B4-BE49-F238E27FC236}">
                  <a16:creationId xmlns:a16="http://schemas.microsoft.com/office/drawing/2014/main" xmlns="" id="{677687E4-9951-768F-9CB6-C00C13B2E526}"/>
                </a:ext>
              </a:extLst>
            </p:cNvPr>
            <p:cNvGrpSpPr/>
            <p:nvPr/>
          </p:nvGrpSpPr>
          <p:grpSpPr>
            <a:xfrm>
              <a:off x="0" y="1191546"/>
              <a:ext cx="2475899" cy="17374"/>
              <a:chOff x="0" y="0"/>
              <a:chExt cx="1787516" cy="12543"/>
            </a:xfrm>
          </p:grpSpPr>
          <p:sp>
            <p:nvSpPr>
              <p:cNvPr id="97" name="Freeform 97">
                <a:extLst>
                  <a:ext uri="{FF2B5EF4-FFF2-40B4-BE49-F238E27FC236}">
                    <a16:creationId xmlns:a16="http://schemas.microsoft.com/office/drawing/2014/main" xmlns="" id="{7EDC3C39-7252-5A34-F4F3-76D77BFC83F5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12543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8192A7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8" name="TextBox 98">
                <a:extLst>
                  <a:ext uri="{FF2B5EF4-FFF2-40B4-BE49-F238E27FC236}">
                    <a16:creationId xmlns:a16="http://schemas.microsoft.com/office/drawing/2014/main" xmlns="" id="{631E23D2-A0D0-A8B4-CEFF-566C43130F9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60168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9" name="Group 99">
              <a:extLst>
                <a:ext uri="{FF2B5EF4-FFF2-40B4-BE49-F238E27FC236}">
                  <a16:creationId xmlns:a16="http://schemas.microsoft.com/office/drawing/2014/main" xmlns="" id="{7EE9D579-3414-7267-1F75-60FBBAC4AE36}"/>
                </a:ext>
              </a:extLst>
            </p:cNvPr>
            <p:cNvGrpSpPr/>
            <p:nvPr/>
          </p:nvGrpSpPr>
          <p:grpSpPr>
            <a:xfrm rot="2700000">
              <a:off x="1512342" y="779290"/>
              <a:ext cx="234463" cy="56875"/>
              <a:chOff x="0" y="0"/>
              <a:chExt cx="169275" cy="41062"/>
            </a:xfrm>
          </p:grpSpPr>
          <p:sp>
            <p:nvSpPr>
              <p:cNvPr id="100" name="Freeform 100">
                <a:extLst>
                  <a:ext uri="{FF2B5EF4-FFF2-40B4-BE49-F238E27FC236}">
                    <a16:creationId xmlns:a16="http://schemas.microsoft.com/office/drawing/2014/main" xmlns="" id="{6BEB20C8-B9A4-004B-B9CE-875DBB98D8F1}"/>
                  </a:ext>
                </a:extLst>
              </p:cNvPr>
              <p:cNvSpPr/>
              <p:nvPr/>
            </p:nvSpPr>
            <p:spPr>
              <a:xfrm>
                <a:off x="0" y="0"/>
                <a:ext cx="169275" cy="4106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41062">
                    <a:moveTo>
                      <a:pt x="0" y="0"/>
                    </a:moveTo>
                    <a:lnTo>
                      <a:pt x="169275" y="0"/>
                    </a:lnTo>
                    <a:lnTo>
                      <a:pt x="169275" y="41062"/>
                    </a:lnTo>
                    <a:lnTo>
                      <a:pt x="0" y="41062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1" name="TextBox 101">
                <a:extLst>
                  <a:ext uri="{FF2B5EF4-FFF2-40B4-BE49-F238E27FC236}">
                    <a16:creationId xmlns:a16="http://schemas.microsoft.com/office/drawing/2014/main" xmlns="" id="{F3024255-1057-E609-BA8B-873312CE505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69275" cy="8868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2" name="Group 102">
              <a:extLst>
                <a:ext uri="{FF2B5EF4-FFF2-40B4-BE49-F238E27FC236}">
                  <a16:creationId xmlns:a16="http://schemas.microsoft.com/office/drawing/2014/main" xmlns="" id="{3003729F-1A69-7C5D-D67E-F62013DD6A42}"/>
                </a:ext>
              </a:extLst>
            </p:cNvPr>
            <p:cNvGrpSpPr/>
            <p:nvPr/>
          </p:nvGrpSpPr>
          <p:grpSpPr>
            <a:xfrm>
              <a:off x="0" y="1186918"/>
              <a:ext cx="2475899" cy="51001"/>
              <a:chOff x="0" y="0"/>
              <a:chExt cx="1787516" cy="36821"/>
            </a:xfrm>
          </p:grpSpPr>
          <p:sp>
            <p:nvSpPr>
              <p:cNvPr id="103" name="Freeform 103">
                <a:extLst>
                  <a:ext uri="{FF2B5EF4-FFF2-40B4-BE49-F238E27FC236}">
                    <a16:creationId xmlns:a16="http://schemas.microsoft.com/office/drawing/2014/main" xmlns="" id="{AF0F919C-56E0-43A2-1781-72EAA22C2377}"/>
                  </a:ext>
                </a:extLst>
              </p:cNvPr>
              <p:cNvSpPr/>
              <p:nvPr/>
            </p:nvSpPr>
            <p:spPr>
              <a:xfrm>
                <a:off x="0" y="0"/>
                <a:ext cx="1787516" cy="36821"/>
              </a:xfrm>
              <a:custGeom>
                <a:avLst/>
                <a:gdLst/>
                <a:ahLst/>
                <a:cxnLst/>
                <a:rect l="l" t="t" r="r" b="b"/>
                <a:pathLst>
                  <a:path w="1787516" h="36821">
                    <a:moveTo>
                      <a:pt x="0" y="0"/>
                    </a:moveTo>
                    <a:lnTo>
                      <a:pt x="1787516" y="0"/>
                    </a:lnTo>
                    <a:lnTo>
                      <a:pt x="1787516" y="36821"/>
                    </a:lnTo>
                    <a:lnTo>
                      <a:pt x="0" y="36821"/>
                    </a:lnTo>
                    <a:close/>
                  </a:path>
                </a:pathLst>
              </a:custGeom>
              <a:solidFill>
                <a:srgbClr val="CACDD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4" name="TextBox 104">
                <a:extLst>
                  <a:ext uri="{FF2B5EF4-FFF2-40B4-BE49-F238E27FC236}">
                    <a16:creationId xmlns:a16="http://schemas.microsoft.com/office/drawing/2014/main" xmlns="" id="{E947A95E-E06B-8FC6-AD1D-06B7CF1A0C9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87516" cy="84446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5" name="Group 105">
              <a:extLst>
                <a:ext uri="{FF2B5EF4-FFF2-40B4-BE49-F238E27FC236}">
                  <a16:creationId xmlns:a16="http://schemas.microsoft.com/office/drawing/2014/main" xmlns="" id="{45204D5B-624F-35C2-C58D-64BA42C32709}"/>
                </a:ext>
              </a:extLst>
            </p:cNvPr>
            <p:cNvGrpSpPr/>
            <p:nvPr/>
          </p:nvGrpSpPr>
          <p:grpSpPr>
            <a:xfrm>
              <a:off x="1605779" y="599360"/>
              <a:ext cx="47588" cy="159157"/>
              <a:chOff x="0" y="0"/>
              <a:chExt cx="243028" cy="812800"/>
            </a:xfrm>
          </p:grpSpPr>
          <p:sp>
            <p:nvSpPr>
              <p:cNvPr id="106" name="Freeform 106">
                <a:extLst>
                  <a:ext uri="{FF2B5EF4-FFF2-40B4-BE49-F238E27FC236}">
                    <a16:creationId xmlns:a16="http://schemas.microsoft.com/office/drawing/2014/main" xmlns="" id="{7AB43174-7CDF-18AC-889F-1765F175DCE4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7" name="TextBox 107">
                <a:extLst>
                  <a:ext uri="{FF2B5EF4-FFF2-40B4-BE49-F238E27FC236}">
                    <a16:creationId xmlns:a16="http://schemas.microsoft.com/office/drawing/2014/main" xmlns="" id="{5BCE6D11-D0AE-86F2-92C3-32C42EB15111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08" name="Group 108">
              <a:extLst>
                <a:ext uri="{FF2B5EF4-FFF2-40B4-BE49-F238E27FC236}">
                  <a16:creationId xmlns:a16="http://schemas.microsoft.com/office/drawing/2014/main" xmlns="" id="{ED39AA94-620F-B9D6-B251-D06E8FC214F9}"/>
                </a:ext>
              </a:extLst>
            </p:cNvPr>
            <p:cNvGrpSpPr/>
            <p:nvPr/>
          </p:nvGrpSpPr>
          <p:grpSpPr>
            <a:xfrm>
              <a:off x="1151630" y="109289"/>
              <a:ext cx="183597" cy="174561"/>
              <a:chOff x="0" y="0"/>
              <a:chExt cx="870813" cy="827953"/>
            </a:xfrm>
          </p:grpSpPr>
          <p:sp>
            <p:nvSpPr>
              <p:cNvPr id="109" name="Freeform 109">
                <a:extLst>
                  <a:ext uri="{FF2B5EF4-FFF2-40B4-BE49-F238E27FC236}">
                    <a16:creationId xmlns:a16="http://schemas.microsoft.com/office/drawing/2014/main" xmlns="" id="{02839E2C-A41C-0DE7-7D70-00D26AD443ED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27953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27953">
                    <a:moveTo>
                      <a:pt x="435406" y="0"/>
                    </a:moveTo>
                    <a:cubicBezTo>
                      <a:pt x="194938" y="0"/>
                      <a:pt x="0" y="185344"/>
                      <a:pt x="0" y="413977"/>
                    </a:cubicBezTo>
                    <a:cubicBezTo>
                      <a:pt x="0" y="642610"/>
                      <a:pt x="194938" y="827953"/>
                      <a:pt x="435406" y="827953"/>
                    </a:cubicBezTo>
                    <a:cubicBezTo>
                      <a:pt x="675875" y="827953"/>
                      <a:pt x="870813" y="642610"/>
                      <a:pt x="870813" y="413977"/>
                    </a:cubicBezTo>
                    <a:cubicBezTo>
                      <a:pt x="870813" y="185344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0" name="TextBox 110">
                <a:extLst>
                  <a:ext uri="{FF2B5EF4-FFF2-40B4-BE49-F238E27FC236}">
                    <a16:creationId xmlns:a16="http://schemas.microsoft.com/office/drawing/2014/main" xmlns="" id="{8DCE8D3E-E776-C0E8-F7DC-6D364B7F6239}"/>
                  </a:ext>
                </a:extLst>
              </p:cNvPr>
              <p:cNvSpPr txBox="1"/>
              <p:nvPr/>
            </p:nvSpPr>
            <p:spPr>
              <a:xfrm>
                <a:off x="81639" y="29996"/>
                <a:ext cx="707535" cy="720337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1" name="Group 111">
              <a:extLst>
                <a:ext uri="{FF2B5EF4-FFF2-40B4-BE49-F238E27FC236}">
                  <a16:creationId xmlns:a16="http://schemas.microsoft.com/office/drawing/2014/main" xmlns="" id="{B641EC86-2341-F763-260F-079D64A7CCD2}"/>
                </a:ext>
              </a:extLst>
            </p:cNvPr>
            <p:cNvGrpSpPr/>
            <p:nvPr/>
          </p:nvGrpSpPr>
          <p:grpSpPr>
            <a:xfrm>
              <a:off x="1139145" y="118432"/>
              <a:ext cx="183597" cy="171366"/>
              <a:chOff x="0" y="0"/>
              <a:chExt cx="870813" cy="812800"/>
            </a:xfrm>
          </p:grpSpPr>
          <p:sp>
            <p:nvSpPr>
              <p:cNvPr id="112" name="Freeform 112">
                <a:extLst>
                  <a:ext uri="{FF2B5EF4-FFF2-40B4-BE49-F238E27FC236}">
                    <a16:creationId xmlns:a16="http://schemas.microsoft.com/office/drawing/2014/main" xmlns="" id="{CDBB1339-DBAD-1DF2-5E83-12D72E2A6702}"/>
                  </a:ext>
                </a:extLst>
              </p:cNvPr>
              <p:cNvSpPr/>
              <p:nvPr/>
            </p:nvSpPr>
            <p:spPr>
              <a:xfrm>
                <a:off x="0" y="0"/>
                <a:ext cx="87081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70813" h="812800">
                    <a:moveTo>
                      <a:pt x="435406" y="0"/>
                    </a:moveTo>
                    <a:cubicBezTo>
                      <a:pt x="194938" y="0"/>
                      <a:pt x="0" y="181951"/>
                      <a:pt x="0" y="406400"/>
                    </a:cubicBezTo>
                    <a:cubicBezTo>
                      <a:pt x="0" y="630849"/>
                      <a:pt x="194938" y="812800"/>
                      <a:pt x="435406" y="812800"/>
                    </a:cubicBezTo>
                    <a:cubicBezTo>
                      <a:pt x="675875" y="812800"/>
                      <a:pt x="870813" y="630849"/>
                      <a:pt x="870813" y="406400"/>
                    </a:cubicBezTo>
                    <a:cubicBezTo>
                      <a:pt x="870813" y="181951"/>
                      <a:pt x="675875" y="0"/>
                      <a:pt x="4354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3" name="TextBox 113">
                <a:extLst>
                  <a:ext uri="{FF2B5EF4-FFF2-40B4-BE49-F238E27FC236}">
                    <a16:creationId xmlns:a16="http://schemas.microsoft.com/office/drawing/2014/main" xmlns="" id="{B87DCCC5-A085-5F88-F9FA-E8B95C5473DE}"/>
                  </a:ext>
                </a:extLst>
              </p:cNvPr>
              <p:cNvSpPr txBox="1"/>
              <p:nvPr/>
            </p:nvSpPr>
            <p:spPr>
              <a:xfrm>
                <a:off x="81639" y="28575"/>
                <a:ext cx="707535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14" name="Group 114">
              <a:extLst>
                <a:ext uri="{FF2B5EF4-FFF2-40B4-BE49-F238E27FC236}">
                  <a16:creationId xmlns:a16="http://schemas.microsoft.com/office/drawing/2014/main" xmlns="" id="{01AA574A-0721-6545-D5DE-C29952DE0F34}"/>
                </a:ext>
              </a:extLst>
            </p:cNvPr>
            <p:cNvGrpSpPr/>
            <p:nvPr/>
          </p:nvGrpSpPr>
          <p:grpSpPr>
            <a:xfrm>
              <a:off x="813022" y="586554"/>
              <a:ext cx="47588" cy="159157"/>
              <a:chOff x="0" y="0"/>
              <a:chExt cx="243028" cy="812800"/>
            </a:xfrm>
          </p:grpSpPr>
          <p:sp>
            <p:nvSpPr>
              <p:cNvPr id="115" name="Freeform 115">
                <a:extLst>
                  <a:ext uri="{FF2B5EF4-FFF2-40B4-BE49-F238E27FC236}">
                    <a16:creationId xmlns:a16="http://schemas.microsoft.com/office/drawing/2014/main" xmlns="" id="{CD6BE930-A46B-9298-12F1-A7BB5059E5BD}"/>
                  </a:ext>
                </a:extLst>
              </p:cNvPr>
              <p:cNvSpPr/>
              <p:nvPr/>
            </p:nvSpPr>
            <p:spPr>
              <a:xfrm>
                <a:off x="0" y="0"/>
                <a:ext cx="24302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243028" h="812800">
                    <a:moveTo>
                      <a:pt x="121514" y="0"/>
                    </a:moveTo>
                    <a:cubicBezTo>
                      <a:pt x="54404" y="0"/>
                      <a:pt x="0" y="181951"/>
                      <a:pt x="0" y="406400"/>
                    </a:cubicBezTo>
                    <a:cubicBezTo>
                      <a:pt x="0" y="630849"/>
                      <a:pt x="54404" y="812800"/>
                      <a:pt x="121514" y="812800"/>
                    </a:cubicBezTo>
                    <a:cubicBezTo>
                      <a:pt x="188624" y="812800"/>
                      <a:pt x="243028" y="630849"/>
                      <a:pt x="243028" y="406400"/>
                    </a:cubicBezTo>
                    <a:cubicBezTo>
                      <a:pt x="243028" y="181951"/>
                      <a:pt x="188624" y="0"/>
                      <a:pt x="121514" y="0"/>
                    </a:cubicBezTo>
                    <a:close/>
                  </a:path>
                </a:pathLst>
              </a:custGeom>
              <a:solidFill>
                <a:srgbClr val="3D456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6" name="TextBox 116">
                <a:extLst>
                  <a:ext uri="{FF2B5EF4-FFF2-40B4-BE49-F238E27FC236}">
                    <a16:creationId xmlns:a16="http://schemas.microsoft.com/office/drawing/2014/main" xmlns="" id="{85CEF6EF-9477-58B1-8623-46F8061DDB72}"/>
                  </a:ext>
                </a:extLst>
              </p:cNvPr>
              <p:cNvSpPr txBox="1"/>
              <p:nvPr/>
            </p:nvSpPr>
            <p:spPr>
              <a:xfrm>
                <a:off x="22784" y="28575"/>
                <a:ext cx="197460" cy="708025"/>
              </a:xfrm>
              <a:prstGeom prst="rect">
                <a:avLst/>
              </a:prstGeom>
            </p:spPr>
            <p:txBody>
              <a:bodyPr lIns="45123" tIns="45123" rIns="45123" bIns="45123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xmlns="" id="{994B880B-13FF-5BFE-CD56-106DB0EF2067}"/>
              </a:ext>
            </a:extLst>
          </p:cNvPr>
          <p:cNvSpPr txBox="1"/>
          <p:nvPr/>
        </p:nvSpPr>
        <p:spPr>
          <a:xfrm>
            <a:off x="5836131" y="4352942"/>
            <a:ext cx="6623955" cy="157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79"/>
              </a:lnSpc>
            </a:pPr>
            <a:r>
              <a:rPr lang="en-US" sz="10500" dirty="0">
                <a:solidFill>
                  <a:srgbClr val="343D6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416078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239</Words>
  <Application>Microsoft Office PowerPoint</Application>
  <PresentationFormat>사용자 지정</PresentationFormat>
  <Paragraphs>101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굴림</vt:lpstr>
      <vt:lpstr>Arial</vt:lpstr>
      <vt:lpstr>210 국민체조</vt:lpstr>
      <vt:lpstr>TDTD순고딕</vt:lpstr>
      <vt:lpstr>Germania One</vt:lpstr>
      <vt:lpstr>TDTD순고딕 Bold</vt:lpstr>
      <vt:lpstr>맑은 고딕</vt:lpstr>
      <vt:lpstr>Arita Buri Bold Italics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 stc</dc:creator>
  <cp:lastModifiedBy>User</cp:lastModifiedBy>
  <cp:revision>28</cp:revision>
  <dcterms:created xsi:type="dcterms:W3CDTF">2006-08-16T00:00:00Z</dcterms:created>
  <dcterms:modified xsi:type="dcterms:W3CDTF">2025-12-02T06:21:31Z</dcterms:modified>
  <dc:identifier>DAGwsRveUKQ</dc:identifier>
</cp:coreProperties>
</file>